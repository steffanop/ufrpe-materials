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4"/>
  </p:notesMasterIdLst>
  <p:handoutMasterIdLst>
    <p:handoutMasterId r:id="rId45"/>
  </p:handoutMasterIdLst>
  <p:sldIdLst>
    <p:sldId id="257" r:id="rId5"/>
    <p:sldId id="268" r:id="rId6"/>
    <p:sldId id="285" r:id="rId7"/>
    <p:sldId id="286" r:id="rId8"/>
    <p:sldId id="287" r:id="rId9"/>
    <p:sldId id="290" r:id="rId10"/>
    <p:sldId id="291" r:id="rId11"/>
    <p:sldId id="292" r:id="rId12"/>
    <p:sldId id="293" r:id="rId13"/>
    <p:sldId id="294" r:id="rId14"/>
    <p:sldId id="295" r:id="rId15"/>
    <p:sldId id="288" r:id="rId16"/>
    <p:sldId id="296" r:id="rId17"/>
    <p:sldId id="297" r:id="rId18"/>
    <p:sldId id="298" r:id="rId19"/>
    <p:sldId id="299" r:id="rId20"/>
    <p:sldId id="300" r:id="rId21"/>
    <p:sldId id="289" r:id="rId22"/>
    <p:sldId id="301" r:id="rId23"/>
    <p:sldId id="302" r:id="rId24"/>
    <p:sldId id="303" r:id="rId25"/>
    <p:sldId id="304" r:id="rId26"/>
    <p:sldId id="305" r:id="rId27"/>
    <p:sldId id="306" r:id="rId28"/>
    <p:sldId id="309" r:id="rId29"/>
    <p:sldId id="307" r:id="rId30"/>
    <p:sldId id="310" r:id="rId31"/>
    <p:sldId id="311" r:id="rId32"/>
    <p:sldId id="312" r:id="rId33"/>
    <p:sldId id="313" r:id="rId34"/>
    <p:sldId id="314" r:id="rId35"/>
    <p:sldId id="315" r:id="rId36"/>
    <p:sldId id="318" r:id="rId37"/>
    <p:sldId id="316" r:id="rId38"/>
    <p:sldId id="317" r:id="rId39"/>
    <p:sldId id="319" r:id="rId40"/>
    <p:sldId id="320" r:id="rId41"/>
    <p:sldId id="321" r:id="rId42"/>
    <p:sldId id="322" r:id="rId43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2C72742-2843-4FE6-9BAC-531F7F9B8D73}">
          <p14:sldIdLst>
            <p14:sldId id="257"/>
          </p14:sldIdLst>
        </p14:section>
        <p14:section name="Seção do Resumo" id="{6A5EC31D-0036-426B-9FC9-FF695A1A3D96}">
          <p14:sldIdLst>
            <p14:sldId id="268"/>
            <p14:sldId id="285"/>
          </p14:sldIdLst>
        </p14:section>
        <p14:section name="Tradução de Endereços de Rede (NAT)" id="{26580E0F-47C0-4CA3-AFFE-B92FF83A4FF5}">
          <p14:sldIdLst>
            <p14:sldId id="286"/>
            <p14:sldId id="287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Endereços IPv6" id="{1E3B43A3-E001-48A6-843F-AF62DEACC6AF}">
          <p14:sldIdLst>
            <p14:sldId id="288"/>
            <p14:sldId id="296"/>
            <p14:sldId id="297"/>
            <p14:sldId id="298"/>
            <p14:sldId id="299"/>
            <p14:sldId id="300"/>
          </p14:sldIdLst>
        </p14:section>
        <p14:section name="Aplicação ao Projeto" id="{700C1E57-1474-4861-A512-EA4D57B79372}">
          <p14:sldIdLst>
            <p14:sldId id="289"/>
            <p14:sldId id="301"/>
            <p14:sldId id="302"/>
            <p14:sldId id="303"/>
            <p14:sldId id="304"/>
            <p14:sldId id="305"/>
            <p14:sldId id="306"/>
            <p14:sldId id="309"/>
            <p14:sldId id="307"/>
            <p14:sldId id="310"/>
            <p14:sldId id="311"/>
            <p14:sldId id="312"/>
            <p14:sldId id="313"/>
            <p14:sldId id="314"/>
            <p14:sldId id="315"/>
            <p14:sldId id="318"/>
            <p14:sldId id="316"/>
            <p14:sldId id="317"/>
            <p14:sldId id="319"/>
            <p14:sldId id="320"/>
            <p14:sldId id="321"/>
            <p14:sldId id="3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466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5C559F-B2A8-4A0B-9D4D-142F437457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C47F3DC-B07E-423A-9ED7-F6252EF5EFD4}">
      <dgm:prSet phldrT="[Texto]"/>
      <dgm:spPr/>
      <dgm:t>
        <a:bodyPr/>
        <a:lstStyle/>
        <a:p>
          <a:r>
            <a:rPr lang="pt-BR" dirty="0"/>
            <a:t>R1#config t</a:t>
          </a:r>
        </a:p>
      </dgm:t>
    </dgm:pt>
    <dgm:pt modelId="{6810DD07-8D84-4E6B-8772-98BFCF132104}" type="parTrans" cxnId="{7BE06A8F-3E3B-4F18-8A20-923ECDB6DB9E}">
      <dgm:prSet/>
      <dgm:spPr/>
      <dgm:t>
        <a:bodyPr/>
        <a:lstStyle/>
        <a:p>
          <a:endParaRPr lang="pt-BR"/>
        </a:p>
      </dgm:t>
    </dgm:pt>
    <dgm:pt modelId="{CA6F7BF8-F7FC-4E62-8A9D-8BA967726F18}" type="sibTrans" cxnId="{7BE06A8F-3E3B-4F18-8A20-923ECDB6DB9E}">
      <dgm:prSet/>
      <dgm:spPr/>
      <dgm:t>
        <a:bodyPr/>
        <a:lstStyle/>
        <a:p>
          <a:endParaRPr lang="pt-BR"/>
        </a:p>
      </dgm:t>
    </dgm:pt>
    <dgm:pt modelId="{6CCE55BA-718E-4242-82DF-7368B5EDF247}">
      <dgm:prSet phldrT="[Texto]"/>
      <dgm:spPr/>
      <dgm:t>
        <a:bodyPr/>
        <a:lstStyle/>
        <a:p>
          <a:r>
            <a:rPr lang="pt-BR" dirty="0"/>
            <a:t>Entra no modo de configuração do terminal.</a:t>
          </a:r>
        </a:p>
      </dgm:t>
    </dgm:pt>
    <dgm:pt modelId="{EF553F61-B770-414C-B6C0-7CFAA23C2D6E}" type="parTrans" cxnId="{84A0383D-CE09-48C3-8400-D792AF13F994}">
      <dgm:prSet/>
      <dgm:spPr/>
      <dgm:t>
        <a:bodyPr/>
        <a:lstStyle/>
        <a:p>
          <a:endParaRPr lang="pt-BR"/>
        </a:p>
      </dgm:t>
    </dgm:pt>
    <dgm:pt modelId="{0ED9C2F6-B548-42D7-A22D-099EDA38DA45}" type="sibTrans" cxnId="{84A0383D-CE09-48C3-8400-D792AF13F994}">
      <dgm:prSet/>
      <dgm:spPr/>
      <dgm:t>
        <a:bodyPr/>
        <a:lstStyle/>
        <a:p>
          <a:endParaRPr lang="pt-BR"/>
        </a:p>
      </dgm:t>
    </dgm:pt>
    <dgm:pt modelId="{8026F2C5-B6CF-4213-988C-86516EF2FD40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</a:t>
          </a:r>
          <a:r>
            <a:rPr lang="pt-BR" dirty="0"/>
            <a:t>)#int e1/0</a:t>
          </a:r>
        </a:p>
      </dgm:t>
    </dgm:pt>
    <dgm:pt modelId="{26EAC24C-6DA8-457B-866E-40FF1A85F06A}" type="parTrans" cxnId="{39932B5A-B989-49CA-AA41-016B034F1EB5}">
      <dgm:prSet/>
      <dgm:spPr/>
      <dgm:t>
        <a:bodyPr/>
        <a:lstStyle/>
        <a:p>
          <a:endParaRPr lang="pt-BR"/>
        </a:p>
      </dgm:t>
    </dgm:pt>
    <dgm:pt modelId="{29DFDEDC-AA18-4080-9A87-BCAE152168EC}" type="sibTrans" cxnId="{39932B5A-B989-49CA-AA41-016B034F1EB5}">
      <dgm:prSet/>
      <dgm:spPr/>
      <dgm:t>
        <a:bodyPr/>
        <a:lstStyle/>
        <a:p>
          <a:endParaRPr lang="pt-BR"/>
        </a:p>
      </dgm:t>
    </dgm:pt>
    <dgm:pt modelId="{1090B99F-235A-49A5-A31D-F56CA9B88597}">
      <dgm:prSet phldrT="[Texto]"/>
      <dgm:spPr/>
      <dgm:t>
        <a:bodyPr/>
        <a:lstStyle/>
        <a:p>
          <a:r>
            <a:rPr lang="pt-BR" dirty="0"/>
            <a:t>Entra no modo de configuração da interface externa.</a:t>
          </a:r>
        </a:p>
      </dgm:t>
    </dgm:pt>
    <dgm:pt modelId="{63325403-9135-4E5C-B3E8-3340FE257378}" type="parTrans" cxnId="{83CC9D09-C959-40C7-AFD1-A23D6A95B871}">
      <dgm:prSet/>
      <dgm:spPr/>
      <dgm:t>
        <a:bodyPr/>
        <a:lstStyle/>
        <a:p>
          <a:endParaRPr lang="pt-BR"/>
        </a:p>
      </dgm:t>
    </dgm:pt>
    <dgm:pt modelId="{960A9233-B942-41B8-8DB5-D417B4DFD28B}" type="sibTrans" cxnId="{83CC9D09-C959-40C7-AFD1-A23D6A95B871}">
      <dgm:prSet/>
      <dgm:spPr/>
      <dgm:t>
        <a:bodyPr/>
        <a:lstStyle/>
        <a:p>
          <a:endParaRPr lang="pt-BR"/>
        </a:p>
      </dgm:t>
    </dgm:pt>
    <dgm:pt modelId="{F45EF940-C210-4DFB-8854-B90724C30BDC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config-if</a:t>
          </a:r>
          <a:r>
            <a:rPr lang="pt-BR" dirty="0"/>
            <a:t>)#ip </a:t>
          </a:r>
          <a:r>
            <a:rPr lang="pt-BR" dirty="0" err="1"/>
            <a:t>address</a:t>
          </a:r>
          <a:r>
            <a:rPr lang="pt-BR" dirty="0"/>
            <a:t> </a:t>
          </a:r>
          <a:r>
            <a:rPr lang="pt-BR" dirty="0" err="1"/>
            <a:t>dhcp</a:t>
          </a:r>
          <a:endParaRPr lang="pt-BR" dirty="0"/>
        </a:p>
      </dgm:t>
    </dgm:pt>
    <dgm:pt modelId="{29EA4F18-B2A3-4451-B436-B3B861E1463F}" type="parTrans" cxnId="{828F0849-0E14-404A-90A5-9E2C74D661A3}">
      <dgm:prSet/>
      <dgm:spPr/>
      <dgm:t>
        <a:bodyPr/>
        <a:lstStyle/>
        <a:p>
          <a:endParaRPr lang="pt-BR"/>
        </a:p>
      </dgm:t>
    </dgm:pt>
    <dgm:pt modelId="{B170A668-2B4F-4E97-AB9C-215B0B9DA975}" type="sibTrans" cxnId="{828F0849-0E14-404A-90A5-9E2C74D661A3}">
      <dgm:prSet/>
      <dgm:spPr/>
      <dgm:t>
        <a:bodyPr/>
        <a:lstStyle/>
        <a:p>
          <a:endParaRPr lang="pt-BR"/>
        </a:p>
      </dgm:t>
    </dgm:pt>
    <dgm:pt modelId="{ECEC49C6-6F78-4051-8BE5-0660AA58A722}">
      <dgm:prSet phldrT="[Texto]"/>
      <dgm:spPr/>
      <dgm:t>
        <a:bodyPr/>
        <a:lstStyle/>
        <a:p>
          <a:r>
            <a:rPr lang="pt-BR" dirty="0"/>
            <a:t>Configura o endereço de IP público para um DHCP, ou seja o roteador irá procurar um endereço público válido.</a:t>
          </a:r>
        </a:p>
      </dgm:t>
    </dgm:pt>
    <dgm:pt modelId="{2CCBA233-52B7-438E-8086-7755230A21C2}" type="parTrans" cxnId="{E34AFCEA-5925-482C-BA01-497ED2430BC2}">
      <dgm:prSet/>
      <dgm:spPr/>
      <dgm:t>
        <a:bodyPr/>
        <a:lstStyle/>
        <a:p>
          <a:endParaRPr lang="pt-BR"/>
        </a:p>
      </dgm:t>
    </dgm:pt>
    <dgm:pt modelId="{0F6D666A-123B-4AE9-9ADC-5C557B1F3580}" type="sibTrans" cxnId="{E34AFCEA-5925-482C-BA01-497ED2430BC2}">
      <dgm:prSet/>
      <dgm:spPr/>
      <dgm:t>
        <a:bodyPr/>
        <a:lstStyle/>
        <a:p>
          <a:endParaRPr lang="pt-BR"/>
        </a:p>
      </dgm:t>
    </dgm:pt>
    <dgm:pt modelId="{52272A03-7FBD-4619-8099-E97B90FED185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config-if</a:t>
          </a:r>
          <a:r>
            <a:rPr lang="pt-BR" dirty="0"/>
            <a:t>)#no shutdown</a:t>
          </a:r>
        </a:p>
      </dgm:t>
    </dgm:pt>
    <dgm:pt modelId="{C0FA6563-E7DB-4A23-A140-79D9224AFB02}" type="parTrans" cxnId="{F5A0FC5F-69D0-4BCF-A872-381F3E1A824F}">
      <dgm:prSet/>
      <dgm:spPr/>
      <dgm:t>
        <a:bodyPr/>
        <a:lstStyle/>
        <a:p>
          <a:endParaRPr lang="pt-BR"/>
        </a:p>
      </dgm:t>
    </dgm:pt>
    <dgm:pt modelId="{9D59B136-C342-4B67-B46F-9C42477CAF60}" type="sibTrans" cxnId="{F5A0FC5F-69D0-4BCF-A872-381F3E1A824F}">
      <dgm:prSet/>
      <dgm:spPr/>
      <dgm:t>
        <a:bodyPr/>
        <a:lstStyle/>
        <a:p>
          <a:endParaRPr lang="pt-BR"/>
        </a:p>
      </dgm:t>
    </dgm:pt>
    <dgm:pt modelId="{AF193329-BDF1-47B5-8CEA-A4CB98BF27CA}">
      <dgm:prSet phldrT="[Texto]"/>
      <dgm:spPr/>
      <dgm:t>
        <a:bodyPr/>
        <a:lstStyle/>
        <a:p>
          <a:r>
            <a:rPr lang="pt-BR" dirty="0"/>
            <a:t>Habilita a interface para a operação</a:t>
          </a:r>
        </a:p>
      </dgm:t>
    </dgm:pt>
    <dgm:pt modelId="{DA9D11DE-5647-4DE5-BEB0-420E6932718F}" type="parTrans" cxnId="{8B26EBDD-8BFE-4B4B-9473-933DC44981E3}">
      <dgm:prSet/>
      <dgm:spPr/>
      <dgm:t>
        <a:bodyPr/>
        <a:lstStyle/>
        <a:p>
          <a:endParaRPr lang="pt-BR"/>
        </a:p>
      </dgm:t>
    </dgm:pt>
    <dgm:pt modelId="{236246A5-5D6C-408B-966A-AD2E1A3412F9}" type="sibTrans" cxnId="{8B26EBDD-8BFE-4B4B-9473-933DC44981E3}">
      <dgm:prSet/>
      <dgm:spPr/>
      <dgm:t>
        <a:bodyPr/>
        <a:lstStyle/>
        <a:p>
          <a:endParaRPr lang="pt-BR"/>
        </a:p>
      </dgm:t>
    </dgm:pt>
    <dgm:pt modelId="{5C014ED2-BFE8-42EB-B4FA-CED09FD85733}" type="pres">
      <dgm:prSet presAssocID="{0A5C559F-B2A8-4A0B-9D4D-142F43745707}" presName="linear" presStyleCnt="0">
        <dgm:presLayoutVars>
          <dgm:animLvl val="lvl"/>
          <dgm:resizeHandles val="exact"/>
        </dgm:presLayoutVars>
      </dgm:prSet>
      <dgm:spPr/>
    </dgm:pt>
    <dgm:pt modelId="{DA5C224C-C347-405C-8BE9-6A7E034F969B}" type="pres">
      <dgm:prSet presAssocID="{8C47F3DC-B07E-423A-9ED7-F6252EF5EFD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4311F8-EC4C-4BE9-A5C4-F868A4123778}" type="pres">
      <dgm:prSet presAssocID="{8C47F3DC-B07E-423A-9ED7-F6252EF5EFD4}" presName="childText" presStyleLbl="revTx" presStyleIdx="0" presStyleCnt="4">
        <dgm:presLayoutVars>
          <dgm:bulletEnabled val="1"/>
        </dgm:presLayoutVars>
      </dgm:prSet>
      <dgm:spPr/>
    </dgm:pt>
    <dgm:pt modelId="{B4BE911C-F32C-4974-9EE4-6680F268F476}" type="pres">
      <dgm:prSet presAssocID="{8026F2C5-B6CF-4213-988C-86516EF2FD4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0F1054E-C07D-46F8-82CE-524DB1C229F4}" type="pres">
      <dgm:prSet presAssocID="{8026F2C5-B6CF-4213-988C-86516EF2FD40}" presName="childText" presStyleLbl="revTx" presStyleIdx="1" presStyleCnt="4">
        <dgm:presLayoutVars>
          <dgm:bulletEnabled val="1"/>
        </dgm:presLayoutVars>
      </dgm:prSet>
      <dgm:spPr/>
    </dgm:pt>
    <dgm:pt modelId="{3AC0C800-97CE-4813-8BD9-FD8556B9C6D3}" type="pres">
      <dgm:prSet presAssocID="{F45EF940-C210-4DFB-8854-B90724C30B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B185F3A-E854-4CD9-BB19-135E7C562A35}" type="pres">
      <dgm:prSet presAssocID="{F45EF940-C210-4DFB-8854-B90724C30BDC}" presName="childText" presStyleLbl="revTx" presStyleIdx="2" presStyleCnt="4">
        <dgm:presLayoutVars>
          <dgm:bulletEnabled val="1"/>
        </dgm:presLayoutVars>
      </dgm:prSet>
      <dgm:spPr/>
    </dgm:pt>
    <dgm:pt modelId="{ADDC7ECD-2A11-4BFB-AAC3-0ECBF1603C46}" type="pres">
      <dgm:prSet presAssocID="{52272A03-7FBD-4619-8099-E97B90FED18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0506420-927A-4514-88AE-7086EC7F7772}" type="pres">
      <dgm:prSet presAssocID="{52272A03-7FBD-4619-8099-E97B90FED185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83CC9D09-C959-40C7-AFD1-A23D6A95B871}" srcId="{8026F2C5-B6CF-4213-988C-86516EF2FD40}" destId="{1090B99F-235A-49A5-A31D-F56CA9B88597}" srcOrd="0" destOrd="0" parTransId="{63325403-9135-4E5C-B3E8-3340FE257378}" sibTransId="{960A9233-B942-41B8-8DB5-D417B4DFD28B}"/>
    <dgm:cxn modelId="{87152913-11CF-4201-A84F-DE8E153BBA79}" type="presOf" srcId="{0A5C559F-B2A8-4A0B-9D4D-142F43745707}" destId="{5C014ED2-BFE8-42EB-B4FA-CED09FD85733}" srcOrd="0" destOrd="0" presId="urn:microsoft.com/office/officeart/2005/8/layout/vList2"/>
    <dgm:cxn modelId="{88FD1135-525B-4808-A8B2-12FD5A922062}" type="presOf" srcId="{ECEC49C6-6F78-4051-8BE5-0660AA58A722}" destId="{4B185F3A-E854-4CD9-BB19-135E7C562A35}" srcOrd="0" destOrd="0" presId="urn:microsoft.com/office/officeart/2005/8/layout/vList2"/>
    <dgm:cxn modelId="{43755C38-9501-4BF3-AE48-8BEE75FFFCCB}" type="presOf" srcId="{F45EF940-C210-4DFB-8854-B90724C30BDC}" destId="{3AC0C800-97CE-4813-8BD9-FD8556B9C6D3}" srcOrd="0" destOrd="0" presId="urn:microsoft.com/office/officeart/2005/8/layout/vList2"/>
    <dgm:cxn modelId="{84A0383D-CE09-48C3-8400-D792AF13F994}" srcId="{8C47F3DC-B07E-423A-9ED7-F6252EF5EFD4}" destId="{6CCE55BA-718E-4242-82DF-7368B5EDF247}" srcOrd="0" destOrd="0" parTransId="{EF553F61-B770-414C-B6C0-7CFAA23C2D6E}" sibTransId="{0ED9C2F6-B548-42D7-A22D-099EDA38DA45}"/>
    <dgm:cxn modelId="{F5A0FC5F-69D0-4BCF-A872-381F3E1A824F}" srcId="{0A5C559F-B2A8-4A0B-9D4D-142F43745707}" destId="{52272A03-7FBD-4619-8099-E97B90FED185}" srcOrd="3" destOrd="0" parTransId="{C0FA6563-E7DB-4A23-A140-79D9224AFB02}" sibTransId="{9D59B136-C342-4B67-B46F-9C42477CAF60}"/>
    <dgm:cxn modelId="{BE514466-D266-4FD7-8788-475E60CB8B83}" type="presOf" srcId="{8026F2C5-B6CF-4213-988C-86516EF2FD40}" destId="{B4BE911C-F32C-4974-9EE4-6680F268F476}" srcOrd="0" destOrd="0" presId="urn:microsoft.com/office/officeart/2005/8/layout/vList2"/>
    <dgm:cxn modelId="{828F0849-0E14-404A-90A5-9E2C74D661A3}" srcId="{0A5C559F-B2A8-4A0B-9D4D-142F43745707}" destId="{F45EF940-C210-4DFB-8854-B90724C30BDC}" srcOrd="2" destOrd="0" parTransId="{29EA4F18-B2A3-4451-B436-B3B861E1463F}" sibTransId="{B170A668-2B4F-4E97-AB9C-215B0B9DA975}"/>
    <dgm:cxn modelId="{7564CD49-CBAE-4A04-B28F-55ECEEC26625}" type="presOf" srcId="{AF193329-BDF1-47B5-8CEA-A4CB98BF27CA}" destId="{10506420-927A-4514-88AE-7086EC7F7772}" srcOrd="0" destOrd="0" presId="urn:microsoft.com/office/officeart/2005/8/layout/vList2"/>
    <dgm:cxn modelId="{A749996B-52A3-4823-8545-D45A1E16DCAF}" type="presOf" srcId="{52272A03-7FBD-4619-8099-E97B90FED185}" destId="{ADDC7ECD-2A11-4BFB-AAC3-0ECBF1603C46}" srcOrd="0" destOrd="0" presId="urn:microsoft.com/office/officeart/2005/8/layout/vList2"/>
    <dgm:cxn modelId="{7DD42F59-AFFE-47ED-84E7-9C7991512BA7}" type="presOf" srcId="{1090B99F-235A-49A5-A31D-F56CA9B88597}" destId="{80F1054E-C07D-46F8-82CE-524DB1C229F4}" srcOrd="0" destOrd="0" presId="urn:microsoft.com/office/officeart/2005/8/layout/vList2"/>
    <dgm:cxn modelId="{39932B5A-B989-49CA-AA41-016B034F1EB5}" srcId="{0A5C559F-B2A8-4A0B-9D4D-142F43745707}" destId="{8026F2C5-B6CF-4213-988C-86516EF2FD40}" srcOrd="1" destOrd="0" parTransId="{26EAC24C-6DA8-457B-866E-40FF1A85F06A}" sibTransId="{29DFDEDC-AA18-4080-9A87-BCAE152168EC}"/>
    <dgm:cxn modelId="{7BE06A8F-3E3B-4F18-8A20-923ECDB6DB9E}" srcId="{0A5C559F-B2A8-4A0B-9D4D-142F43745707}" destId="{8C47F3DC-B07E-423A-9ED7-F6252EF5EFD4}" srcOrd="0" destOrd="0" parTransId="{6810DD07-8D84-4E6B-8772-98BFCF132104}" sibTransId="{CA6F7BF8-F7FC-4E62-8A9D-8BA967726F18}"/>
    <dgm:cxn modelId="{286592C6-D659-4413-9261-4C33DB405514}" type="presOf" srcId="{6CCE55BA-718E-4242-82DF-7368B5EDF247}" destId="{0C4311F8-EC4C-4BE9-A5C4-F868A4123778}" srcOrd="0" destOrd="0" presId="urn:microsoft.com/office/officeart/2005/8/layout/vList2"/>
    <dgm:cxn modelId="{8B26EBDD-8BFE-4B4B-9473-933DC44981E3}" srcId="{52272A03-7FBD-4619-8099-E97B90FED185}" destId="{AF193329-BDF1-47B5-8CEA-A4CB98BF27CA}" srcOrd="0" destOrd="0" parTransId="{DA9D11DE-5647-4DE5-BEB0-420E6932718F}" sibTransId="{236246A5-5D6C-408B-966A-AD2E1A3412F9}"/>
    <dgm:cxn modelId="{E34AFCEA-5925-482C-BA01-497ED2430BC2}" srcId="{F45EF940-C210-4DFB-8854-B90724C30BDC}" destId="{ECEC49C6-6F78-4051-8BE5-0660AA58A722}" srcOrd="0" destOrd="0" parTransId="{2CCBA233-52B7-438E-8086-7755230A21C2}" sibTransId="{0F6D666A-123B-4AE9-9ADC-5C557B1F3580}"/>
    <dgm:cxn modelId="{FB529FF6-D62F-4673-9E39-2E9C2280EAB2}" type="presOf" srcId="{8C47F3DC-B07E-423A-9ED7-F6252EF5EFD4}" destId="{DA5C224C-C347-405C-8BE9-6A7E034F969B}" srcOrd="0" destOrd="0" presId="urn:microsoft.com/office/officeart/2005/8/layout/vList2"/>
    <dgm:cxn modelId="{EA883565-7F0A-4F99-A11A-90357C08DA01}" type="presParOf" srcId="{5C014ED2-BFE8-42EB-B4FA-CED09FD85733}" destId="{DA5C224C-C347-405C-8BE9-6A7E034F969B}" srcOrd="0" destOrd="0" presId="urn:microsoft.com/office/officeart/2005/8/layout/vList2"/>
    <dgm:cxn modelId="{4E727FF0-A45C-4428-8BE8-1219B4C9175A}" type="presParOf" srcId="{5C014ED2-BFE8-42EB-B4FA-CED09FD85733}" destId="{0C4311F8-EC4C-4BE9-A5C4-F868A4123778}" srcOrd="1" destOrd="0" presId="urn:microsoft.com/office/officeart/2005/8/layout/vList2"/>
    <dgm:cxn modelId="{A9D724B1-5D5C-45A9-B762-EFBC4179AF14}" type="presParOf" srcId="{5C014ED2-BFE8-42EB-B4FA-CED09FD85733}" destId="{B4BE911C-F32C-4974-9EE4-6680F268F476}" srcOrd="2" destOrd="0" presId="urn:microsoft.com/office/officeart/2005/8/layout/vList2"/>
    <dgm:cxn modelId="{9826102E-1209-40A0-B00B-069C69F460C9}" type="presParOf" srcId="{5C014ED2-BFE8-42EB-B4FA-CED09FD85733}" destId="{80F1054E-C07D-46F8-82CE-524DB1C229F4}" srcOrd="3" destOrd="0" presId="urn:microsoft.com/office/officeart/2005/8/layout/vList2"/>
    <dgm:cxn modelId="{69B25BC4-AEBC-4470-876F-A8F722939C9F}" type="presParOf" srcId="{5C014ED2-BFE8-42EB-B4FA-CED09FD85733}" destId="{3AC0C800-97CE-4813-8BD9-FD8556B9C6D3}" srcOrd="4" destOrd="0" presId="urn:microsoft.com/office/officeart/2005/8/layout/vList2"/>
    <dgm:cxn modelId="{51ADB484-9125-4561-BCF9-924DC253F0B2}" type="presParOf" srcId="{5C014ED2-BFE8-42EB-B4FA-CED09FD85733}" destId="{4B185F3A-E854-4CD9-BB19-135E7C562A35}" srcOrd="5" destOrd="0" presId="urn:microsoft.com/office/officeart/2005/8/layout/vList2"/>
    <dgm:cxn modelId="{74F34B60-6323-4EC7-9A89-2AD8FEE62A71}" type="presParOf" srcId="{5C014ED2-BFE8-42EB-B4FA-CED09FD85733}" destId="{ADDC7ECD-2A11-4BFB-AAC3-0ECBF1603C46}" srcOrd="6" destOrd="0" presId="urn:microsoft.com/office/officeart/2005/8/layout/vList2"/>
    <dgm:cxn modelId="{41D86DB8-CE72-47AE-814C-CB4BCB593F13}" type="presParOf" srcId="{5C014ED2-BFE8-42EB-B4FA-CED09FD85733}" destId="{10506420-927A-4514-88AE-7086EC7F7772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5C559F-B2A8-4A0B-9D4D-142F437457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C47F3DC-B07E-423A-9ED7-F6252EF5EFD4}">
      <dgm:prSet phldrT="[Texto]"/>
      <dgm:spPr/>
      <dgm:t>
        <a:bodyPr/>
        <a:lstStyle/>
        <a:p>
          <a:r>
            <a:rPr lang="pt-BR" dirty="0"/>
            <a:t>R1#config t</a:t>
          </a:r>
        </a:p>
      </dgm:t>
    </dgm:pt>
    <dgm:pt modelId="{6810DD07-8D84-4E6B-8772-98BFCF132104}" type="parTrans" cxnId="{7BE06A8F-3E3B-4F18-8A20-923ECDB6DB9E}">
      <dgm:prSet/>
      <dgm:spPr/>
      <dgm:t>
        <a:bodyPr/>
        <a:lstStyle/>
        <a:p>
          <a:endParaRPr lang="pt-BR"/>
        </a:p>
      </dgm:t>
    </dgm:pt>
    <dgm:pt modelId="{CA6F7BF8-F7FC-4E62-8A9D-8BA967726F18}" type="sibTrans" cxnId="{7BE06A8F-3E3B-4F18-8A20-923ECDB6DB9E}">
      <dgm:prSet/>
      <dgm:spPr/>
      <dgm:t>
        <a:bodyPr/>
        <a:lstStyle/>
        <a:p>
          <a:endParaRPr lang="pt-BR"/>
        </a:p>
      </dgm:t>
    </dgm:pt>
    <dgm:pt modelId="{6CCE55BA-718E-4242-82DF-7368B5EDF247}">
      <dgm:prSet phldrT="[Texto]"/>
      <dgm:spPr/>
      <dgm:t>
        <a:bodyPr/>
        <a:lstStyle/>
        <a:p>
          <a:r>
            <a:rPr lang="pt-BR" dirty="0"/>
            <a:t>Entra no modo de configuração do terminal.</a:t>
          </a:r>
        </a:p>
      </dgm:t>
    </dgm:pt>
    <dgm:pt modelId="{EF553F61-B770-414C-B6C0-7CFAA23C2D6E}" type="parTrans" cxnId="{84A0383D-CE09-48C3-8400-D792AF13F994}">
      <dgm:prSet/>
      <dgm:spPr/>
      <dgm:t>
        <a:bodyPr/>
        <a:lstStyle/>
        <a:p>
          <a:endParaRPr lang="pt-BR"/>
        </a:p>
      </dgm:t>
    </dgm:pt>
    <dgm:pt modelId="{0ED9C2F6-B548-42D7-A22D-099EDA38DA45}" type="sibTrans" cxnId="{84A0383D-CE09-48C3-8400-D792AF13F994}">
      <dgm:prSet/>
      <dgm:spPr/>
      <dgm:t>
        <a:bodyPr/>
        <a:lstStyle/>
        <a:p>
          <a:endParaRPr lang="pt-BR"/>
        </a:p>
      </dgm:t>
    </dgm:pt>
    <dgm:pt modelId="{8026F2C5-B6CF-4213-988C-86516EF2FD40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config-if</a:t>
          </a:r>
          <a:r>
            <a:rPr lang="pt-BR" dirty="0"/>
            <a:t>)#access-list [nº da lista] [</a:t>
          </a:r>
          <a:r>
            <a:rPr lang="pt-BR" dirty="0" err="1"/>
            <a:t>permit</a:t>
          </a:r>
          <a:r>
            <a:rPr lang="pt-BR" dirty="0"/>
            <a:t>/</a:t>
          </a:r>
          <a:r>
            <a:rPr lang="pt-BR" dirty="0" err="1"/>
            <a:t>deny</a:t>
          </a:r>
          <a:r>
            <a:rPr lang="pt-BR" dirty="0"/>
            <a:t>] [End. da rede] [</a:t>
          </a:r>
          <a:r>
            <a:rPr lang="pt-BR" dirty="0" err="1"/>
            <a:t>Wildcard-Mask</a:t>
          </a:r>
          <a:r>
            <a:rPr lang="pt-BR" dirty="0"/>
            <a:t>]</a:t>
          </a:r>
        </a:p>
      </dgm:t>
    </dgm:pt>
    <dgm:pt modelId="{26EAC24C-6DA8-457B-866E-40FF1A85F06A}" type="parTrans" cxnId="{39932B5A-B989-49CA-AA41-016B034F1EB5}">
      <dgm:prSet/>
      <dgm:spPr/>
      <dgm:t>
        <a:bodyPr/>
        <a:lstStyle/>
        <a:p>
          <a:endParaRPr lang="pt-BR"/>
        </a:p>
      </dgm:t>
    </dgm:pt>
    <dgm:pt modelId="{29DFDEDC-AA18-4080-9A87-BCAE152168EC}" type="sibTrans" cxnId="{39932B5A-B989-49CA-AA41-016B034F1EB5}">
      <dgm:prSet/>
      <dgm:spPr/>
      <dgm:t>
        <a:bodyPr/>
        <a:lstStyle/>
        <a:p>
          <a:endParaRPr lang="pt-BR"/>
        </a:p>
      </dgm:t>
    </dgm:pt>
    <dgm:pt modelId="{1090B99F-235A-49A5-A31D-F56CA9B88597}">
      <dgm:prSet phldrT="[Texto]"/>
      <dgm:spPr/>
      <dgm:t>
        <a:bodyPr/>
        <a:lstStyle/>
        <a:p>
          <a:r>
            <a:rPr lang="pt-BR" dirty="0"/>
            <a:t>Cria uma lista de acesso.</a:t>
          </a:r>
        </a:p>
      </dgm:t>
    </dgm:pt>
    <dgm:pt modelId="{63325403-9135-4E5C-B3E8-3340FE257378}" type="parTrans" cxnId="{83CC9D09-C959-40C7-AFD1-A23D6A95B871}">
      <dgm:prSet/>
      <dgm:spPr/>
      <dgm:t>
        <a:bodyPr/>
        <a:lstStyle/>
        <a:p>
          <a:endParaRPr lang="pt-BR"/>
        </a:p>
      </dgm:t>
    </dgm:pt>
    <dgm:pt modelId="{960A9233-B942-41B8-8DB5-D417B4DFD28B}" type="sibTrans" cxnId="{83CC9D09-C959-40C7-AFD1-A23D6A95B871}">
      <dgm:prSet/>
      <dgm:spPr/>
      <dgm:t>
        <a:bodyPr/>
        <a:lstStyle/>
        <a:p>
          <a:endParaRPr lang="pt-BR"/>
        </a:p>
      </dgm:t>
    </dgm:pt>
    <dgm:pt modelId="{70092301-3504-4101-8683-8A9F46C0300B}">
      <dgm:prSet phldrT="[Texto]"/>
      <dgm:spPr/>
      <dgm:t>
        <a:bodyPr/>
        <a:lstStyle/>
        <a:p>
          <a:r>
            <a:rPr lang="pt-BR" b="1" dirty="0"/>
            <a:t>Número da lista </a:t>
          </a:r>
          <a:r>
            <a:rPr lang="pt-BR" dirty="0"/>
            <a:t>é o identificador de nossa </a:t>
          </a:r>
          <a:r>
            <a:rPr lang="pt-BR" dirty="0" err="1"/>
            <a:t>access-list</a:t>
          </a:r>
          <a:r>
            <a:rPr lang="pt-BR" dirty="0"/>
            <a:t>, pode ser um número de 1 – 99. No nosso caso é 1.</a:t>
          </a:r>
        </a:p>
      </dgm:t>
    </dgm:pt>
    <dgm:pt modelId="{0A6D1CF5-7980-4224-B220-3846DAE42F00}" type="parTrans" cxnId="{110F18A7-33E9-4135-98B2-B0B7AA4E0C81}">
      <dgm:prSet/>
      <dgm:spPr/>
      <dgm:t>
        <a:bodyPr/>
        <a:lstStyle/>
        <a:p>
          <a:endParaRPr lang="pt-BR"/>
        </a:p>
      </dgm:t>
    </dgm:pt>
    <dgm:pt modelId="{52823F8E-6FD4-4925-8B28-42CD1B183E42}" type="sibTrans" cxnId="{110F18A7-33E9-4135-98B2-B0B7AA4E0C81}">
      <dgm:prSet/>
      <dgm:spPr/>
      <dgm:t>
        <a:bodyPr/>
        <a:lstStyle/>
        <a:p>
          <a:endParaRPr lang="pt-BR"/>
        </a:p>
      </dgm:t>
    </dgm:pt>
    <dgm:pt modelId="{2D5D3876-6F40-4044-A0ED-41E81254299D}">
      <dgm:prSet phldrT="[Texto]"/>
      <dgm:spPr/>
      <dgm:t>
        <a:bodyPr/>
        <a:lstStyle/>
        <a:p>
          <a:r>
            <a:rPr lang="pt-BR" b="1" dirty="0" err="1"/>
            <a:t>Permit</a:t>
          </a:r>
          <a:r>
            <a:rPr lang="pt-BR" b="1" dirty="0"/>
            <a:t>/</a:t>
          </a:r>
          <a:r>
            <a:rPr lang="pt-BR" b="1" dirty="0" err="1"/>
            <a:t>Deny</a:t>
          </a:r>
          <a:r>
            <a:rPr lang="pt-BR" b="1" dirty="0"/>
            <a:t> </a:t>
          </a:r>
          <a:r>
            <a:rPr lang="pt-BR" dirty="0"/>
            <a:t>trata-se de se queremos permitir ou não permitir esses endereços que possam ser utilizados</a:t>
          </a:r>
        </a:p>
      </dgm:t>
    </dgm:pt>
    <dgm:pt modelId="{64299A89-5065-4D87-B7EC-01F15E596103}" type="parTrans" cxnId="{6487C434-4F2B-4A76-8904-CBAFE970F51F}">
      <dgm:prSet/>
      <dgm:spPr/>
      <dgm:t>
        <a:bodyPr/>
        <a:lstStyle/>
        <a:p>
          <a:endParaRPr lang="pt-BR"/>
        </a:p>
      </dgm:t>
    </dgm:pt>
    <dgm:pt modelId="{C7465F94-CA50-4374-A7CE-6CB0017CA362}" type="sibTrans" cxnId="{6487C434-4F2B-4A76-8904-CBAFE970F51F}">
      <dgm:prSet/>
      <dgm:spPr/>
      <dgm:t>
        <a:bodyPr/>
        <a:lstStyle/>
        <a:p>
          <a:endParaRPr lang="pt-BR"/>
        </a:p>
      </dgm:t>
    </dgm:pt>
    <dgm:pt modelId="{2B75AD88-5E2C-4849-B273-7A0600C87CAC}">
      <dgm:prSet phldrT="[Texto]"/>
      <dgm:spPr/>
      <dgm:t>
        <a:bodyPr/>
        <a:lstStyle/>
        <a:p>
          <a:r>
            <a:rPr lang="pt-BR" dirty="0"/>
            <a:t>O </a:t>
          </a:r>
          <a:r>
            <a:rPr lang="pt-BR" b="1" dirty="0"/>
            <a:t>Endereço da rede</a:t>
          </a:r>
          <a:r>
            <a:rPr lang="pt-BR" dirty="0"/>
            <a:t> se trata do Endereço da rede como um todo</a:t>
          </a:r>
        </a:p>
      </dgm:t>
    </dgm:pt>
    <dgm:pt modelId="{A1F383F7-B806-4337-8B53-F58A336C6EE2}" type="parTrans" cxnId="{63456EE0-FD91-4CEC-83D1-80BBA4BE9468}">
      <dgm:prSet/>
      <dgm:spPr/>
      <dgm:t>
        <a:bodyPr/>
        <a:lstStyle/>
        <a:p>
          <a:endParaRPr lang="pt-BR"/>
        </a:p>
      </dgm:t>
    </dgm:pt>
    <dgm:pt modelId="{029FD95C-3ECD-479F-97CF-1C64AB7C7418}" type="sibTrans" cxnId="{63456EE0-FD91-4CEC-83D1-80BBA4BE9468}">
      <dgm:prSet/>
      <dgm:spPr/>
      <dgm:t>
        <a:bodyPr/>
        <a:lstStyle/>
        <a:p>
          <a:endParaRPr lang="pt-BR"/>
        </a:p>
      </dgm:t>
    </dgm:pt>
    <dgm:pt modelId="{96808929-EB83-4E80-86D1-055D98000924}">
      <dgm:prSet phldrT="[Texto]"/>
      <dgm:spPr/>
      <dgm:t>
        <a:bodyPr/>
        <a:lstStyle/>
        <a:p>
          <a:r>
            <a:rPr lang="pt-BR" b="1" dirty="0" err="1"/>
            <a:t>Wildcard-mask</a:t>
          </a:r>
          <a:r>
            <a:rPr lang="pt-BR" b="1" dirty="0"/>
            <a:t> </a:t>
          </a:r>
          <a:r>
            <a:rPr lang="pt-BR" b="0" dirty="0"/>
            <a:t>é a nossa máscara invertida</a:t>
          </a:r>
        </a:p>
      </dgm:t>
    </dgm:pt>
    <dgm:pt modelId="{360B6482-9D7A-4C68-8DB2-251043302223}" type="parTrans" cxnId="{953BE122-D79F-4EBB-BB7C-D7B77275DF3E}">
      <dgm:prSet/>
      <dgm:spPr/>
      <dgm:t>
        <a:bodyPr/>
        <a:lstStyle/>
        <a:p>
          <a:endParaRPr lang="pt-BR"/>
        </a:p>
      </dgm:t>
    </dgm:pt>
    <dgm:pt modelId="{90BAD965-43C2-48AC-8561-656FD83D4932}" type="sibTrans" cxnId="{953BE122-D79F-4EBB-BB7C-D7B77275DF3E}">
      <dgm:prSet/>
      <dgm:spPr/>
      <dgm:t>
        <a:bodyPr/>
        <a:lstStyle/>
        <a:p>
          <a:endParaRPr lang="pt-BR"/>
        </a:p>
      </dgm:t>
    </dgm:pt>
    <dgm:pt modelId="{1DEFD2F1-0490-4EC5-9DD1-CC9569FDB5CE}">
      <dgm:prSet phldrT="[Texto]"/>
      <dgm:spPr/>
      <dgm:t>
        <a:bodyPr/>
        <a:lstStyle/>
        <a:p>
          <a:r>
            <a:rPr lang="pt-BR" b="0" dirty="0"/>
            <a:t>R1(</a:t>
          </a:r>
          <a:r>
            <a:rPr lang="pt-BR" b="0" dirty="0" err="1"/>
            <a:t>config</a:t>
          </a:r>
          <a:r>
            <a:rPr lang="pt-BR" b="0" dirty="0"/>
            <a:t>)#end</a:t>
          </a:r>
        </a:p>
      </dgm:t>
    </dgm:pt>
    <dgm:pt modelId="{622A2ED7-4220-4D27-A55C-9AE72B19E794}" type="parTrans" cxnId="{A4465DD8-AF5E-46E8-9C4F-6D4CC0F3A853}">
      <dgm:prSet/>
      <dgm:spPr/>
      <dgm:t>
        <a:bodyPr/>
        <a:lstStyle/>
        <a:p>
          <a:endParaRPr lang="pt-BR"/>
        </a:p>
      </dgm:t>
    </dgm:pt>
    <dgm:pt modelId="{D2D34F33-7A95-48C6-BE9B-187218F5A402}" type="sibTrans" cxnId="{A4465DD8-AF5E-46E8-9C4F-6D4CC0F3A853}">
      <dgm:prSet/>
      <dgm:spPr/>
      <dgm:t>
        <a:bodyPr/>
        <a:lstStyle/>
        <a:p>
          <a:endParaRPr lang="pt-BR"/>
        </a:p>
      </dgm:t>
    </dgm:pt>
    <dgm:pt modelId="{70EC501F-0B37-4403-A553-83DE344CA6D4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</a:t>
          </a:r>
          <a:r>
            <a:rPr lang="pt-BR" dirty="0"/>
            <a:t>)#int [interface]</a:t>
          </a:r>
        </a:p>
      </dgm:t>
    </dgm:pt>
    <dgm:pt modelId="{F2944A46-6CA1-4A7F-B5FF-9DBE9999D8B3}" type="parTrans" cxnId="{8A2EEF21-C622-423E-AD45-F77FAEEF2511}">
      <dgm:prSet/>
      <dgm:spPr/>
      <dgm:t>
        <a:bodyPr/>
        <a:lstStyle/>
        <a:p>
          <a:endParaRPr lang="pt-BR"/>
        </a:p>
      </dgm:t>
    </dgm:pt>
    <dgm:pt modelId="{C5A0B0C3-7471-4E35-BF1F-0C3AC27A2779}" type="sibTrans" cxnId="{8A2EEF21-C622-423E-AD45-F77FAEEF2511}">
      <dgm:prSet/>
      <dgm:spPr/>
      <dgm:t>
        <a:bodyPr/>
        <a:lstStyle/>
        <a:p>
          <a:endParaRPr lang="pt-BR"/>
        </a:p>
      </dgm:t>
    </dgm:pt>
    <dgm:pt modelId="{47AA4A35-841E-4B48-AEBD-11D95917B776}">
      <dgm:prSet phldrT="[Texto]"/>
      <dgm:spPr/>
      <dgm:t>
        <a:bodyPr/>
        <a:lstStyle/>
        <a:p>
          <a:r>
            <a:rPr lang="pt-BR" dirty="0"/>
            <a:t>Interface desejada que irá usar a Access-</a:t>
          </a:r>
          <a:r>
            <a:rPr lang="pt-BR" dirty="0" err="1"/>
            <a:t>list</a:t>
          </a:r>
          <a:r>
            <a:rPr lang="pt-BR" dirty="0"/>
            <a:t>.</a:t>
          </a:r>
        </a:p>
      </dgm:t>
    </dgm:pt>
    <dgm:pt modelId="{30CD0EC2-3243-4033-95E1-21E5E3A3BDC8}" type="parTrans" cxnId="{D71A287E-7D34-4348-B7BD-5F49FF3F2369}">
      <dgm:prSet/>
      <dgm:spPr/>
      <dgm:t>
        <a:bodyPr/>
        <a:lstStyle/>
        <a:p>
          <a:endParaRPr lang="pt-BR"/>
        </a:p>
      </dgm:t>
    </dgm:pt>
    <dgm:pt modelId="{AC28A283-7049-49E2-85B5-2CD0E28FF2DE}" type="sibTrans" cxnId="{D71A287E-7D34-4348-B7BD-5F49FF3F2369}">
      <dgm:prSet/>
      <dgm:spPr/>
      <dgm:t>
        <a:bodyPr/>
        <a:lstStyle/>
        <a:p>
          <a:endParaRPr lang="pt-BR"/>
        </a:p>
      </dgm:t>
    </dgm:pt>
    <dgm:pt modelId="{5C014ED2-BFE8-42EB-B4FA-CED09FD85733}" type="pres">
      <dgm:prSet presAssocID="{0A5C559F-B2A8-4A0B-9D4D-142F43745707}" presName="linear" presStyleCnt="0">
        <dgm:presLayoutVars>
          <dgm:animLvl val="lvl"/>
          <dgm:resizeHandles val="exact"/>
        </dgm:presLayoutVars>
      </dgm:prSet>
      <dgm:spPr/>
    </dgm:pt>
    <dgm:pt modelId="{DA5C224C-C347-405C-8BE9-6A7E034F969B}" type="pres">
      <dgm:prSet presAssocID="{8C47F3DC-B07E-423A-9ED7-F6252EF5EFD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4311F8-EC4C-4BE9-A5C4-F868A4123778}" type="pres">
      <dgm:prSet presAssocID="{8C47F3DC-B07E-423A-9ED7-F6252EF5EFD4}" presName="childText" presStyleLbl="revTx" presStyleIdx="0" presStyleCnt="3">
        <dgm:presLayoutVars>
          <dgm:bulletEnabled val="1"/>
        </dgm:presLayoutVars>
      </dgm:prSet>
      <dgm:spPr/>
    </dgm:pt>
    <dgm:pt modelId="{7A774A7D-16BD-4AE3-A3C1-3035A4C5D7F9}" type="pres">
      <dgm:prSet presAssocID="{70EC501F-0B37-4403-A553-83DE344CA6D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B94498E-08A3-4348-8157-044D7D288BA3}" type="pres">
      <dgm:prSet presAssocID="{70EC501F-0B37-4403-A553-83DE344CA6D4}" presName="childText" presStyleLbl="revTx" presStyleIdx="1" presStyleCnt="3">
        <dgm:presLayoutVars>
          <dgm:bulletEnabled val="1"/>
        </dgm:presLayoutVars>
      </dgm:prSet>
      <dgm:spPr/>
    </dgm:pt>
    <dgm:pt modelId="{B4BE911C-F32C-4974-9EE4-6680F268F476}" type="pres">
      <dgm:prSet presAssocID="{8026F2C5-B6CF-4213-988C-86516EF2FD4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0F1054E-C07D-46F8-82CE-524DB1C229F4}" type="pres">
      <dgm:prSet presAssocID="{8026F2C5-B6CF-4213-988C-86516EF2FD40}" presName="childText" presStyleLbl="revTx" presStyleIdx="2" presStyleCnt="3">
        <dgm:presLayoutVars>
          <dgm:bulletEnabled val="1"/>
        </dgm:presLayoutVars>
      </dgm:prSet>
      <dgm:spPr/>
    </dgm:pt>
    <dgm:pt modelId="{91B784C7-F190-427A-9DAD-0E3095690B7D}" type="pres">
      <dgm:prSet presAssocID="{1DEFD2F1-0490-4EC5-9DD1-CC9569FDB5C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1AEC305-25DF-4D16-B2F7-AA57C2F43F76}" type="presOf" srcId="{2D5D3876-6F40-4044-A0ED-41E81254299D}" destId="{80F1054E-C07D-46F8-82CE-524DB1C229F4}" srcOrd="0" destOrd="2" presId="urn:microsoft.com/office/officeart/2005/8/layout/vList2"/>
    <dgm:cxn modelId="{83CC9D09-C959-40C7-AFD1-A23D6A95B871}" srcId="{8026F2C5-B6CF-4213-988C-86516EF2FD40}" destId="{1090B99F-235A-49A5-A31D-F56CA9B88597}" srcOrd="0" destOrd="0" parTransId="{63325403-9135-4E5C-B3E8-3340FE257378}" sibTransId="{960A9233-B942-41B8-8DB5-D417B4DFD28B}"/>
    <dgm:cxn modelId="{58127A0B-B22F-4D70-A014-5BAF5260C8DE}" type="presOf" srcId="{1DEFD2F1-0490-4EC5-9DD1-CC9569FDB5CE}" destId="{91B784C7-F190-427A-9DAD-0E3095690B7D}" srcOrd="0" destOrd="0" presId="urn:microsoft.com/office/officeart/2005/8/layout/vList2"/>
    <dgm:cxn modelId="{87152913-11CF-4201-A84F-DE8E153BBA79}" type="presOf" srcId="{0A5C559F-B2A8-4A0B-9D4D-142F43745707}" destId="{5C014ED2-BFE8-42EB-B4FA-CED09FD85733}" srcOrd="0" destOrd="0" presId="urn:microsoft.com/office/officeart/2005/8/layout/vList2"/>
    <dgm:cxn modelId="{8A2EEF21-C622-423E-AD45-F77FAEEF2511}" srcId="{0A5C559F-B2A8-4A0B-9D4D-142F43745707}" destId="{70EC501F-0B37-4403-A553-83DE344CA6D4}" srcOrd="1" destOrd="0" parTransId="{F2944A46-6CA1-4A7F-B5FF-9DBE9999D8B3}" sibTransId="{C5A0B0C3-7471-4E35-BF1F-0C3AC27A2779}"/>
    <dgm:cxn modelId="{953BE122-D79F-4EBB-BB7C-D7B77275DF3E}" srcId="{8026F2C5-B6CF-4213-988C-86516EF2FD40}" destId="{96808929-EB83-4E80-86D1-055D98000924}" srcOrd="4" destOrd="0" parTransId="{360B6482-9D7A-4C68-8DB2-251043302223}" sibTransId="{90BAD965-43C2-48AC-8561-656FD83D4932}"/>
    <dgm:cxn modelId="{6487C434-4F2B-4A76-8904-CBAFE970F51F}" srcId="{8026F2C5-B6CF-4213-988C-86516EF2FD40}" destId="{2D5D3876-6F40-4044-A0ED-41E81254299D}" srcOrd="2" destOrd="0" parTransId="{64299A89-5065-4D87-B7EC-01F15E596103}" sibTransId="{C7465F94-CA50-4374-A7CE-6CB0017CA362}"/>
    <dgm:cxn modelId="{84A0383D-CE09-48C3-8400-D792AF13F994}" srcId="{8C47F3DC-B07E-423A-9ED7-F6252EF5EFD4}" destId="{6CCE55BA-718E-4242-82DF-7368B5EDF247}" srcOrd="0" destOrd="0" parTransId="{EF553F61-B770-414C-B6C0-7CFAA23C2D6E}" sibTransId="{0ED9C2F6-B548-42D7-A22D-099EDA38DA45}"/>
    <dgm:cxn modelId="{6AC1105B-FC57-42A5-9F4F-A881481562DA}" type="presOf" srcId="{96808929-EB83-4E80-86D1-055D98000924}" destId="{80F1054E-C07D-46F8-82CE-524DB1C229F4}" srcOrd="0" destOrd="4" presId="urn:microsoft.com/office/officeart/2005/8/layout/vList2"/>
    <dgm:cxn modelId="{14BB625B-3B9F-489B-BF9C-47BC4944F9DA}" type="presOf" srcId="{70092301-3504-4101-8683-8A9F46C0300B}" destId="{80F1054E-C07D-46F8-82CE-524DB1C229F4}" srcOrd="0" destOrd="1" presId="urn:microsoft.com/office/officeart/2005/8/layout/vList2"/>
    <dgm:cxn modelId="{089A5A65-1C0A-4D1E-BBFD-D7AED1708418}" type="presOf" srcId="{47AA4A35-841E-4B48-AEBD-11D95917B776}" destId="{4B94498E-08A3-4348-8157-044D7D288BA3}" srcOrd="0" destOrd="0" presId="urn:microsoft.com/office/officeart/2005/8/layout/vList2"/>
    <dgm:cxn modelId="{BE514466-D266-4FD7-8788-475E60CB8B83}" type="presOf" srcId="{8026F2C5-B6CF-4213-988C-86516EF2FD40}" destId="{B4BE911C-F32C-4974-9EE4-6680F268F476}" srcOrd="0" destOrd="0" presId="urn:microsoft.com/office/officeart/2005/8/layout/vList2"/>
    <dgm:cxn modelId="{7DD42F59-AFFE-47ED-84E7-9C7991512BA7}" type="presOf" srcId="{1090B99F-235A-49A5-A31D-F56CA9B88597}" destId="{80F1054E-C07D-46F8-82CE-524DB1C229F4}" srcOrd="0" destOrd="0" presId="urn:microsoft.com/office/officeart/2005/8/layout/vList2"/>
    <dgm:cxn modelId="{39932B5A-B989-49CA-AA41-016B034F1EB5}" srcId="{0A5C559F-B2A8-4A0B-9D4D-142F43745707}" destId="{8026F2C5-B6CF-4213-988C-86516EF2FD40}" srcOrd="2" destOrd="0" parTransId="{26EAC24C-6DA8-457B-866E-40FF1A85F06A}" sibTransId="{29DFDEDC-AA18-4080-9A87-BCAE152168EC}"/>
    <dgm:cxn modelId="{D71A287E-7D34-4348-B7BD-5F49FF3F2369}" srcId="{70EC501F-0B37-4403-A553-83DE344CA6D4}" destId="{47AA4A35-841E-4B48-AEBD-11D95917B776}" srcOrd="0" destOrd="0" parTransId="{30CD0EC2-3243-4033-95E1-21E5E3A3BDC8}" sibTransId="{AC28A283-7049-49E2-85B5-2CD0E28FF2DE}"/>
    <dgm:cxn modelId="{7BE06A8F-3E3B-4F18-8A20-923ECDB6DB9E}" srcId="{0A5C559F-B2A8-4A0B-9D4D-142F43745707}" destId="{8C47F3DC-B07E-423A-9ED7-F6252EF5EFD4}" srcOrd="0" destOrd="0" parTransId="{6810DD07-8D84-4E6B-8772-98BFCF132104}" sibTransId="{CA6F7BF8-F7FC-4E62-8A9D-8BA967726F18}"/>
    <dgm:cxn modelId="{110F18A7-33E9-4135-98B2-B0B7AA4E0C81}" srcId="{8026F2C5-B6CF-4213-988C-86516EF2FD40}" destId="{70092301-3504-4101-8683-8A9F46C0300B}" srcOrd="1" destOrd="0" parTransId="{0A6D1CF5-7980-4224-B220-3846DAE42F00}" sibTransId="{52823F8E-6FD4-4925-8B28-42CD1B183E42}"/>
    <dgm:cxn modelId="{286592C6-D659-4413-9261-4C33DB405514}" type="presOf" srcId="{6CCE55BA-718E-4242-82DF-7368B5EDF247}" destId="{0C4311F8-EC4C-4BE9-A5C4-F868A4123778}" srcOrd="0" destOrd="0" presId="urn:microsoft.com/office/officeart/2005/8/layout/vList2"/>
    <dgm:cxn modelId="{610DD5D4-C19F-427E-8A0F-221A3EFE3B00}" type="presOf" srcId="{70EC501F-0B37-4403-A553-83DE344CA6D4}" destId="{7A774A7D-16BD-4AE3-A3C1-3035A4C5D7F9}" srcOrd="0" destOrd="0" presId="urn:microsoft.com/office/officeart/2005/8/layout/vList2"/>
    <dgm:cxn modelId="{A4465DD8-AF5E-46E8-9C4F-6D4CC0F3A853}" srcId="{0A5C559F-B2A8-4A0B-9D4D-142F43745707}" destId="{1DEFD2F1-0490-4EC5-9DD1-CC9569FDB5CE}" srcOrd="3" destOrd="0" parTransId="{622A2ED7-4220-4D27-A55C-9AE72B19E794}" sibTransId="{D2D34F33-7A95-48C6-BE9B-187218F5A402}"/>
    <dgm:cxn modelId="{63456EE0-FD91-4CEC-83D1-80BBA4BE9468}" srcId="{8026F2C5-B6CF-4213-988C-86516EF2FD40}" destId="{2B75AD88-5E2C-4849-B273-7A0600C87CAC}" srcOrd="3" destOrd="0" parTransId="{A1F383F7-B806-4337-8B53-F58A336C6EE2}" sibTransId="{029FD95C-3ECD-479F-97CF-1C64AB7C7418}"/>
    <dgm:cxn modelId="{486249E4-3F75-4757-8868-ECE990EF16D9}" type="presOf" srcId="{2B75AD88-5E2C-4849-B273-7A0600C87CAC}" destId="{80F1054E-C07D-46F8-82CE-524DB1C229F4}" srcOrd="0" destOrd="3" presId="urn:microsoft.com/office/officeart/2005/8/layout/vList2"/>
    <dgm:cxn modelId="{FB529FF6-D62F-4673-9E39-2E9C2280EAB2}" type="presOf" srcId="{8C47F3DC-B07E-423A-9ED7-F6252EF5EFD4}" destId="{DA5C224C-C347-405C-8BE9-6A7E034F969B}" srcOrd="0" destOrd="0" presId="urn:microsoft.com/office/officeart/2005/8/layout/vList2"/>
    <dgm:cxn modelId="{EA883565-7F0A-4F99-A11A-90357C08DA01}" type="presParOf" srcId="{5C014ED2-BFE8-42EB-B4FA-CED09FD85733}" destId="{DA5C224C-C347-405C-8BE9-6A7E034F969B}" srcOrd="0" destOrd="0" presId="urn:microsoft.com/office/officeart/2005/8/layout/vList2"/>
    <dgm:cxn modelId="{4E727FF0-A45C-4428-8BE8-1219B4C9175A}" type="presParOf" srcId="{5C014ED2-BFE8-42EB-B4FA-CED09FD85733}" destId="{0C4311F8-EC4C-4BE9-A5C4-F868A4123778}" srcOrd="1" destOrd="0" presId="urn:microsoft.com/office/officeart/2005/8/layout/vList2"/>
    <dgm:cxn modelId="{1F638197-6F57-4279-A61F-7E7F0C6BAF09}" type="presParOf" srcId="{5C014ED2-BFE8-42EB-B4FA-CED09FD85733}" destId="{7A774A7D-16BD-4AE3-A3C1-3035A4C5D7F9}" srcOrd="2" destOrd="0" presId="urn:microsoft.com/office/officeart/2005/8/layout/vList2"/>
    <dgm:cxn modelId="{B583EBF5-FA1D-4F89-A8E8-C0D9F7EAF571}" type="presParOf" srcId="{5C014ED2-BFE8-42EB-B4FA-CED09FD85733}" destId="{4B94498E-08A3-4348-8157-044D7D288BA3}" srcOrd="3" destOrd="0" presId="urn:microsoft.com/office/officeart/2005/8/layout/vList2"/>
    <dgm:cxn modelId="{A9D724B1-5D5C-45A9-B762-EFBC4179AF14}" type="presParOf" srcId="{5C014ED2-BFE8-42EB-B4FA-CED09FD85733}" destId="{B4BE911C-F32C-4974-9EE4-6680F268F476}" srcOrd="4" destOrd="0" presId="urn:microsoft.com/office/officeart/2005/8/layout/vList2"/>
    <dgm:cxn modelId="{9826102E-1209-40A0-B00B-069C69F460C9}" type="presParOf" srcId="{5C014ED2-BFE8-42EB-B4FA-CED09FD85733}" destId="{80F1054E-C07D-46F8-82CE-524DB1C229F4}" srcOrd="5" destOrd="0" presId="urn:microsoft.com/office/officeart/2005/8/layout/vList2"/>
    <dgm:cxn modelId="{5D3D89D5-0A1E-4064-9F78-75238DE7A693}" type="presParOf" srcId="{5C014ED2-BFE8-42EB-B4FA-CED09FD85733}" destId="{91B784C7-F190-427A-9DAD-0E3095690B7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5C559F-B2A8-4A0B-9D4D-142F437457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C47F3DC-B07E-423A-9ED7-F6252EF5EFD4}">
      <dgm:prSet phldrT="[Texto]"/>
      <dgm:spPr/>
      <dgm:t>
        <a:bodyPr/>
        <a:lstStyle/>
        <a:p>
          <a:r>
            <a:rPr lang="pt-BR" dirty="0"/>
            <a:t>R1#config t</a:t>
          </a:r>
        </a:p>
      </dgm:t>
    </dgm:pt>
    <dgm:pt modelId="{6810DD07-8D84-4E6B-8772-98BFCF132104}" type="parTrans" cxnId="{7BE06A8F-3E3B-4F18-8A20-923ECDB6DB9E}">
      <dgm:prSet/>
      <dgm:spPr/>
      <dgm:t>
        <a:bodyPr/>
        <a:lstStyle/>
        <a:p>
          <a:endParaRPr lang="pt-BR"/>
        </a:p>
      </dgm:t>
    </dgm:pt>
    <dgm:pt modelId="{CA6F7BF8-F7FC-4E62-8A9D-8BA967726F18}" type="sibTrans" cxnId="{7BE06A8F-3E3B-4F18-8A20-923ECDB6DB9E}">
      <dgm:prSet/>
      <dgm:spPr/>
      <dgm:t>
        <a:bodyPr/>
        <a:lstStyle/>
        <a:p>
          <a:endParaRPr lang="pt-BR"/>
        </a:p>
      </dgm:t>
    </dgm:pt>
    <dgm:pt modelId="{6CCE55BA-718E-4242-82DF-7368B5EDF247}">
      <dgm:prSet phldrT="[Texto]"/>
      <dgm:spPr/>
      <dgm:t>
        <a:bodyPr/>
        <a:lstStyle/>
        <a:p>
          <a:r>
            <a:rPr lang="pt-BR" dirty="0"/>
            <a:t>Entra no modo de configuração do terminal</a:t>
          </a:r>
        </a:p>
      </dgm:t>
    </dgm:pt>
    <dgm:pt modelId="{EF553F61-B770-414C-B6C0-7CFAA23C2D6E}" type="parTrans" cxnId="{84A0383D-CE09-48C3-8400-D792AF13F994}">
      <dgm:prSet/>
      <dgm:spPr/>
      <dgm:t>
        <a:bodyPr/>
        <a:lstStyle/>
        <a:p>
          <a:endParaRPr lang="pt-BR"/>
        </a:p>
      </dgm:t>
    </dgm:pt>
    <dgm:pt modelId="{0ED9C2F6-B548-42D7-A22D-099EDA38DA45}" type="sibTrans" cxnId="{84A0383D-CE09-48C3-8400-D792AF13F994}">
      <dgm:prSet/>
      <dgm:spPr/>
      <dgm:t>
        <a:bodyPr/>
        <a:lstStyle/>
        <a:p>
          <a:endParaRPr lang="pt-BR"/>
        </a:p>
      </dgm:t>
    </dgm:pt>
    <dgm:pt modelId="{8026F2C5-B6CF-4213-988C-86516EF2FD40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</a:t>
          </a:r>
          <a:r>
            <a:rPr lang="pt-BR" dirty="0"/>
            <a:t>)#int f0/0</a:t>
          </a:r>
        </a:p>
      </dgm:t>
    </dgm:pt>
    <dgm:pt modelId="{26EAC24C-6DA8-457B-866E-40FF1A85F06A}" type="parTrans" cxnId="{39932B5A-B989-49CA-AA41-016B034F1EB5}">
      <dgm:prSet/>
      <dgm:spPr/>
      <dgm:t>
        <a:bodyPr/>
        <a:lstStyle/>
        <a:p>
          <a:endParaRPr lang="pt-BR"/>
        </a:p>
      </dgm:t>
    </dgm:pt>
    <dgm:pt modelId="{29DFDEDC-AA18-4080-9A87-BCAE152168EC}" type="sibTrans" cxnId="{39932B5A-B989-49CA-AA41-016B034F1EB5}">
      <dgm:prSet/>
      <dgm:spPr/>
      <dgm:t>
        <a:bodyPr/>
        <a:lstStyle/>
        <a:p>
          <a:endParaRPr lang="pt-BR"/>
        </a:p>
      </dgm:t>
    </dgm:pt>
    <dgm:pt modelId="{1090B99F-235A-49A5-A31D-F56CA9B88597}">
      <dgm:prSet phldrT="[Texto]"/>
      <dgm:spPr/>
      <dgm:t>
        <a:bodyPr/>
        <a:lstStyle/>
        <a:p>
          <a:r>
            <a:rPr lang="pt-BR" dirty="0"/>
            <a:t>Entra na configuração da interface interna</a:t>
          </a:r>
        </a:p>
      </dgm:t>
    </dgm:pt>
    <dgm:pt modelId="{63325403-9135-4E5C-B3E8-3340FE257378}" type="parTrans" cxnId="{83CC9D09-C959-40C7-AFD1-A23D6A95B871}">
      <dgm:prSet/>
      <dgm:spPr/>
      <dgm:t>
        <a:bodyPr/>
        <a:lstStyle/>
        <a:p>
          <a:endParaRPr lang="pt-BR"/>
        </a:p>
      </dgm:t>
    </dgm:pt>
    <dgm:pt modelId="{960A9233-B942-41B8-8DB5-D417B4DFD28B}" type="sibTrans" cxnId="{83CC9D09-C959-40C7-AFD1-A23D6A95B871}">
      <dgm:prSet/>
      <dgm:spPr/>
      <dgm:t>
        <a:bodyPr/>
        <a:lstStyle/>
        <a:p>
          <a:endParaRPr lang="pt-BR"/>
        </a:p>
      </dgm:t>
    </dgm:pt>
    <dgm:pt modelId="{C477DBA6-1473-4B6F-A2D2-514201CDE536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config-if</a:t>
          </a:r>
          <a:r>
            <a:rPr lang="pt-BR" dirty="0"/>
            <a:t>)#ip </a:t>
          </a:r>
          <a:r>
            <a:rPr lang="pt-BR" dirty="0" err="1"/>
            <a:t>nat</a:t>
          </a:r>
          <a:r>
            <a:rPr lang="pt-BR" dirty="0"/>
            <a:t> </a:t>
          </a:r>
          <a:r>
            <a:rPr lang="pt-BR" dirty="0" err="1"/>
            <a:t>inside</a:t>
          </a:r>
          <a:endParaRPr lang="pt-BR" dirty="0"/>
        </a:p>
      </dgm:t>
    </dgm:pt>
    <dgm:pt modelId="{12899E2C-FD36-4E82-B5B7-6777EA2D80F9}" type="parTrans" cxnId="{FA6A0077-B0FD-4386-BDA3-75C1DFF4C904}">
      <dgm:prSet/>
      <dgm:spPr/>
      <dgm:t>
        <a:bodyPr/>
        <a:lstStyle/>
        <a:p>
          <a:endParaRPr lang="pt-BR"/>
        </a:p>
      </dgm:t>
    </dgm:pt>
    <dgm:pt modelId="{756EF107-2EF2-4D39-BC27-DE472AD8D6CA}" type="sibTrans" cxnId="{FA6A0077-B0FD-4386-BDA3-75C1DFF4C904}">
      <dgm:prSet/>
      <dgm:spPr/>
      <dgm:t>
        <a:bodyPr/>
        <a:lstStyle/>
        <a:p>
          <a:endParaRPr lang="pt-BR"/>
        </a:p>
      </dgm:t>
    </dgm:pt>
    <dgm:pt modelId="{79D55AE1-936A-4E5E-A85E-18D98FB0A24F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</a:t>
          </a:r>
          <a:r>
            <a:rPr lang="pt-BR" dirty="0"/>
            <a:t>)#int e1/0</a:t>
          </a:r>
        </a:p>
      </dgm:t>
    </dgm:pt>
    <dgm:pt modelId="{5CCD58B0-CD89-4323-BFD8-D00CE2D7BD03}" type="parTrans" cxnId="{DF98CA8D-9CC8-4A00-A511-2268B13AE4FD}">
      <dgm:prSet/>
      <dgm:spPr/>
      <dgm:t>
        <a:bodyPr/>
        <a:lstStyle/>
        <a:p>
          <a:endParaRPr lang="pt-BR"/>
        </a:p>
      </dgm:t>
    </dgm:pt>
    <dgm:pt modelId="{26642253-715B-4AC2-B4F5-78E46624FA4F}" type="sibTrans" cxnId="{DF98CA8D-9CC8-4A00-A511-2268B13AE4FD}">
      <dgm:prSet/>
      <dgm:spPr/>
      <dgm:t>
        <a:bodyPr/>
        <a:lstStyle/>
        <a:p>
          <a:endParaRPr lang="pt-BR"/>
        </a:p>
      </dgm:t>
    </dgm:pt>
    <dgm:pt modelId="{F327D7A4-1C37-4120-AB8A-C2BCE2BF88B8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config-if</a:t>
          </a:r>
          <a:r>
            <a:rPr lang="pt-BR" dirty="0"/>
            <a:t>)#ip </a:t>
          </a:r>
          <a:r>
            <a:rPr lang="pt-BR" dirty="0" err="1"/>
            <a:t>nat</a:t>
          </a:r>
          <a:r>
            <a:rPr lang="pt-BR" dirty="0"/>
            <a:t> </a:t>
          </a:r>
          <a:r>
            <a:rPr lang="pt-BR" dirty="0" err="1"/>
            <a:t>outside</a:t>
          </a:r>
          <a:endParaRPr lang="pt-BR" dirty="0"/>
        </a:p>
      </dgm:t>
    </dgm:pt>
    <dgm:pt modelId="{4A5EC6F2-DF3E-42B1-8E15-F43EA993BC74}" type="parTrans" cxnId="{C845CECB-3B01-4D10-8A86-69290F44864B}">
      <dgm:prSet/>
      <dgm:spPr/>
      <dgm:t>
        <a:bodyPr/>
        <a:lstStyle/>
        <a:p>
          <a:endParaRPr lang="pt-BR"/>
        </a:p>
      </dgm:t>
    </dgm:pt>
    <dgm:pt modelId="{ABB7BF72-319F-409D-BA16-B84B8750E4AA}" type="sibTrans" cxnId="{C845CECB-3B01-4D10-8A86-69290F44864B}">
      <dgm:prSet/>
      <dgm:spPr/>
      <dgm:t>
        <a:bodyPr/>
        <a:lstStyle/>
        <a:p>
          <a:endParaRPr lang="pt-BR"/>
        </a:p>
      </dgm:t>
    </dgm:pt>
    <dgm:pt modelId="{7F06AEDC-3E77-41A7-A619-DA6442E4C4C6}">
      <dgm:prSet phldrT="[Texto]"/>
      <dgm:spPr/>
      <dgm:t>
        <a:bodyPr/>
        <a:lstStyle/>
        <a:p>
          <a:r>
            <a:rPr lang="pt-BR" dirty="0"/>
            <a:t>Configura a interface como interna</a:t>
          </a:r>
        </a:p>
      </dgm:t>
    </dgm:pt>
    <dgm:pt modelId="{603A7979-A169-4916-BB01-C1953F2331C7}" type="parTrans" cxnId="{9FD2582B-48B5-47A0-B7A4-20095E33E8DA}">
      <dgm:prSet/>
      <dgm:spPr/>
      <dgm:t>
        <a:bodyPr/>
        <a:lstStyle/>
        <a:p>
          <a:endParaRPr lang="pt-BR"/>
        </a:p>
      </dgm:t>
    </dgm:pt>
    <dgm:pt modelId="{D5A8AC6D-5325-4CF7-AEAD-3D50BBCF655D}" type="sibTrans" cxnId="{9FD2582B-48B5-47A0-B7A4-20095E33E8DA}">
      <dgm:prSet/>
      <dgm:spPr/>
      <dgm:t>
        <a:bodyPr/>
        <a:lstStyle/>
        <a:p>
          <a:endParaRPr lang="pt-BR"/>
        </a:p>
      </dgm:t>
    </dgm:pt>
    <dgm:pt modelId="{B6D21F07-1962-4059-929F-C54E1B53BE32}">
      <dgm:prSet phldrT="[Texto]"/>
      <dgm:spPr/>
      <dgm:t>
        <a:bodyPr/>
        <a:lstStyle/>
        <a:p>
          <a:r>
            <a:rPr lang="pt-BR" dirty="0"/>
            <a:t>Entra na configuração da interface externa</a:t>
          </a:r>
        </a:p>
      </dgm:t>
    </dgm:pt>
    <dgm:pt modelId="{2CDE6AFA-A7F3-46D9-A081-42693903AC7C}" type="parTrans" cxnId="{8EA644F6-2433-43BC-9EB9-9C4ACFBF1B08}">
      <dgm:prSet/>
      <dgm:spPr/>
      <dgm:t>
        <a:bodyPr/>
        <a:lstStyle/>
        <a:p>
          <a:endParaRPr lang="pt-BR"/>
        </a:p>
      </dgm:t>
    </dgm:pt>
    <dgm:pt modelId="{9636D300-D9D9-45E3-BB02-882742D543AB}" type="sibTrans" cxnId="{8EA644F6-2433-43BC-9EB9-9C4ACFBF1B08}">
      <dgm:prSet/>
      <dgm:spPr/>
      <dgm:t>
        <a:bodyPr/>
        <a:lstStyle/>
        <a:p>
          <a:endParaRPr lang="pt-BR"/>
        </a:p>
      </dgm:t>
    </dgm:pt>
    <dgm:pt modelId="{BD483E02-385B-47F7-A6D5-DC45AA087831}">
      <dgm:prSet phldrT="[Texto]"/>
      <dgm:spPr/>
      <dgm:t>
        <a:bodyPr/>
        <a:lstStyle/>
        <a:p>
          <a:r>
            <a:rPr lang="pt-BR" dirty="0"/>
            <a:t>Configura a interface como externa</a:t>
          </a:r>
        </a:p>
      </dgm:t>
    </dgm:pt>
    <dgm:pt modelId="{AA5B1299-638C-4F01-828E-6C2011FDA6B9}" type="parTrans" cxnId="{8CCAE634-D67F-4DEB-AF9A-E80DF65C6AA5}">
      <dgm:prSet/>
      <dgm:spPr/>
      <dgm:t>
        <a:bodyPr/>
        <a:lstStyle/>
        <a:p>
          <a:endParaRPr lang="pt-BR"/>
        </a:p>
      </dgm:t>
    </dgm:pt>
    <dgm:pt modelId="{102CC593-C4AC-49E0-88FD-DE6DAE5AF378}" type="sibTrans" cxnId="{8CCAE634-D67F-4DEB-AF9A-E80DF65C6AA5}">
      <dgm:prSet/>
      <dgm:spPr/>
      <dgm:t>
        <a:bodyPr/>
        <a:lstStyle/>
        <a:p>
          <a:endParaRPr lang="pt-BR"/>
        </a:p>
      </dgm:t>
    </dgm:pt>
    <dgm:pt modelId="{5C014ED2-BFE8-42EB-B4FA-CED09FD85733}" type="pres">
      <dgm:prSet presAssocID="{0A5C559F-B2A8-4A0B-9D4D-142F43745707}" presName="linear" presStyleCnt="0">
        <dgm:presLayoutVars>
          <dgm:animLvl val="lvl"/>
          <dgm:resizeHandles val="exact"/>
        </dgm:presLayoutVars>
      </dgm:prSet>
      <dgm:spPr/>
    </dgm:pt>
    <dgm:pt modelId="{DA5C224C-C347-405C-8BE9-6A7E034F969B}" type="pres">
      <dgm:prSet presAssocID="{8C47F3DC-B07E-423A-9ED7-F6252EF5EFD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C4311F8-EC4C-4BE9-A5C4-F868A4123778}" type="pres">
      <dgm:prSet presAssocID="{8C47F3DC-B07E-423A-9ED7-F6252EF5EFD4}" presName="childText" presStyleLbl="revTx" presStyleIdx="0" presStyleCnt="5">
        <dgm:presLayoutVars>
          <dgm:bulletEnabled val="1"/>
        </dgm:presLayoutVars>
      </dgm:prSet>
      <dgm:spPr/>
    </dgm:pt>
    <dgm:pt modelId="{B4BE911C-F32C-4974-9EE4-6680F268F476}" type="pres">
      <dgm:prSet presAssocID="{8026F2C5-B6CF-4213-988C-86516EF2FD4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0F1054E-C07D-46F8-82CE-524DB1C229F4}" type="pres">
      <dgm:prSet presAssocID="{8026F2C5-B6CF-4213-988C-86516EF2FD40}" presName="childText" presStyleLbl="revTx" presStyleIdx="1" presStyleCnt="5">
        <dgm:presLayoutVars>
          <dgm:bulletEnabled val="1"/>
        </dgm:presLayoutVars>
      </dgm:prSet>
      <dgm:spPr/>
    </dgm:pt>
    <dgm:pt modelId="{E5689AA2-CAFB-4CE1-BBF4-4D8B91D3D8D5}" type="pres">
      <dgm:prSet presAssocID="{C477DBA6-1473-4B6F-A2D2-514201CDE53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BB9E9C3-FDD9-4E19-8BBA-C1BFC64FD776}" type="pres">
      <dgm:prSet presAssocID="{C477DBA6-1473-4B6F-A2D2-514201CDE536}" presName="childText" presStyleLbl="revTx" presStyleIdx="2" presStyleCnt="5">
        <dgm:presLayoutVars>
          <dgm:bulletEnabled val="1"/>
        </dgm:presLayoutVars>
      </dgm:prSet>
      <dgm:spPr/>
    </dgm:pt>
    <dgm:pt modelId="{4D0C8989-CDBD-4CDA-BFEB-954ECF0828E7}" type="pres">
      <dgm:prSet presAssocID="{79D55AE1-936A-4E5E-A85E-18D98FB0A24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E2461A0-F77F-403B-A20E-8F6FB71199F7}" type="pres">
      <dgm:prSet presAssocID="{79D55AE1-936A-4E5E-A85E-18D98FB0A24F}" presName="childText" presStyleLbl="revTx" presStyleIdx="3" presStyleCnt="5">
        <dgm:presLayoutVars>
          <dgm:bulletEnabled val="1"/>
        </dgm:presLayoutVars>
      </dgm:prSet>
      <dgm:spPr/>
    </dgm:pt>
    <dgm:pt modelId="{B30ACBAA-3635-4A88-959A-6E1F33A4C27A}" type="pres">
      <dgm:prSet presAssocID="{F327D7A4-1C37-4120-AB8A-C2BCE2BF88B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76604C2-4A5B-43C4-891B-07D909612364}" type="pres">
      <dgm:prSet presAssocID="{F327D7A4-1C37-4120-AB8A-C2BCE2BF88B8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83CC9D09-C959-40C7-AFD1-A23D6A95B871}" srcId="{8026F2C5-B6CF-4213-988C-86516EF2FD40}" destId="{1090B99F-235A-49A5-A31D-F56CA9B88597}" srcOrd="0" destOrd="0" parTransId="{63325403-9135-4E5C-B3E8-3340FE257378}" sibTransId="{960A9233-B942-41B8-8DB5-D417B4DFD28B}"/>
    <dgm:cxn modelId="{87152913-11CF-4201-A84F-DE8E153BBA79}" type="presOf" srcId="{0A5C559F-B2A8-4A0B-9D4D-142F43745707}" destId="{5C014ED2-BFE8-42EB-B4FA-CED09FD85733}" srcOrd="0" destOrd="0" presId="urn:microsoft.com/office/officeart/2005/8/layout/vList2"/>
    <dgm:cxn modelId="{9FD2582B-48B5-47A0-B7A4-20095E33E8DA}" srcId="{C477DBA6-1473-4B6F-A2D2-514201CDE536}" destId="{7F06AEDC-3E77-41A7-A619-DA6442E4C4C6}" srcOrd="0" destOrd="0" parTransId="{603A7979-A169-4916-BB01-C1953F2331C7}" sibTransId="{D5A8AC6D-5325-4CF7-AEAD-3D50BBCF655D}"/>
    <dgm:cxn modelId="{8CCAE634-D67F-4DEB-AF9A-E80DF65C6AA5}" srcId="{F327D7A4-1C37-4120-AB8A-C2BCE2BF88B8}" destId="{BD483E02-385B-47F7-A6D5-DC45AA087831}" srcOrd="0" destOrd="0" parTransId="{AA5B1299-638C-4F01-828E-6C2011FDA6B9}" sibTransId="{102CC593-C4AC-49E0-88FD-DE6DAE5AF378}"/>
    <dgm:cxn modelId="{84A0383D-CE09-48C3-8400-D792AF13F994}" srcId="{8C47F3DC-B07E-423A-9ED7-F6252EF5EFD4}" destId="{6CCE55BA-718E-4242-82DF-7368B5EDF247}" srcOrd="0" destOrd="0" parTransId="{EF553F61-B770-414C-B6C0-7CFAA23C2D6E}" sibTransId="{0ED9C2F6-B548-42D7-A22D-099EDA38DA45}"/>
    <dgm:cxn modelId="{BE514466-D266-4FD7-8788-475E60CB8B83}" type="presOf" srcId="{8026F2C5-B6CF-4213-988C-86516EF2FD40}" destId="{B4BE911C-F32C-4974-9EE4-6680F268F476}" srcOrd="0" destOrd="0" presId="urn:microsoft.com/office/officeart/2005/8/layout/vList2"/>
    <dgm:cxn modelId="{9ECF3B4F-9401-4A5D-9E08-50EC7F439E7E}" type="presOf" srcId="{7F06AEDC-3E77-41A7-A619-DA6442E4C4C6}" destId="{7BB9E9C3-FDD9-4E19-8BBA-C1BFC64FD776}" srcOrd="0" destOrd="0" presId="urn:microsoft.com/office/officeart/2005/8/layout/vList2"/>
    <dgm:cxn modelId="{35F33876-DEC7-4245-81D3-400268458101}" type="presOf" srcId="{BD483E02-385B-47F7-A6D5-DC45AA087831}" destId="{676604C2-4A5B-43C4-891B-07D909612364}" srcOrd="0" destOrd="0" presId="urn:microsoft.com/office/officeart/2005/8/layout/vList2"/>
    <dgm:cxn modelId="{FA6A0077-B0FD-4386-BDA3-75C1DFF4C904}" srcId="{0A5C559F-B2A8-4A0B-9D4D-142F43745707}" destId="{C477DBA6-1473-4B6F-A2D2-514201CDE536}" srcOrd="2" destOrd="0" parTransId="{12899E2C-FD36-4E82-B5B7-6777EA2D80F9}" sibTransId="{756EF107-2EF2-4D39-BC27-DE472AD8D6CA}"/>
    <dgm:cxn modelId="{7DD42F59-AFFE-47ED-84E7-9C7991512BA7}" type="presOf" srcId="{1090B99F-235A-49A5-A31D-F56CA9B88597}" destId="{80F1054E-C07D-46F8-82CE-524DB1C229F4}" srcOrd="0" destOrd="0" presId="urn:microsoft.com/office/officeart/2005/8/layout/vList2"/>
    <dgm:cxn modelId="{39932B5A-B989-49CA-AA41-016B034F1EB5}" srcId="{0A5C559F-B2A8-4A0B-9D4D-142F43745707}" destId="{8026F2C5-B6CF-4213-988C-86516EF2FD40}" srcOrd="1" destOrd="0" parTransId="{26EAC24C-6DA8-457B-866E-40FF1A85F06A}" sibTransId="{29DFDEDC-AA18-4080-9A87-BCAE152168EC}"/>
    <dgm:cxn modelId="{DF98CA8D-9CC8-4A00-A511-2268B13AE4FD}" srcId="{0A5C559F-B2A8-4A0B-9D4D-142F43745707}" destId="{79D55AE1-936A-4E5E-A85E-18D98FB0A24F}" srcOrd="3" destOrd="0" parTransId="{5CCD58B0-CD89-4323-BFD8-D00CE2D7BD03}" sibTransId="{26642253-715B-4AC2-B4F5-78E46624FA4F}"/>
    <dgm:cxn modelId="{7BE06A8F-3E3B-4F18-8A20-923ECDB6DB9E}" srcId="{0A5C559F-B2A8-4A0B-9D4D-142F43745707}" destId="{8C47F3DC-B07E-423A-9ED7-F6252EF5EFD4}" srcOrd="0" destOrd="0" parTransId="{6810DD07-8D84-4E6B-8772-98BFCF132104}" sibTransId="{CA6F7BF8-F7FC-4E62-8A9D-8BA967726F18}"/>
    <dgm:cxn modelId="{1152F8BC-2C79-48A1-8159-26770984D7F4}" type="presOf" srcId="{C477DBA6-1473-4B6F-A2D2-514201CDE536}" destId="{E5689AA2-CAFB-4CE1-BBF4-4D8B91D3D8D5}" srcOrd="0" destOrd="0" presId="urn:microsoft.com/office/officeart/2005/8/layout/vList2"/>
    <dgm:cxn modelId="{286592C6-D659-4413-9261-4C33DB405514}" type="presOf" srcId="{6CCE55BA-718E-4242-82DF-7368B5EDF247}" destId="{0C4311F8-EC4C-4BE9-A5C4-F868A4123778}" srcOrd="0" destOrd="0" presId="urn:microsoft.com/office/officeart/2005/8/layout/vList2"/>
    <dgm:cxn modelId="{C845CECB-3B01-4D10-8A86-69290F44864B}" srcId="{0A5C559F-B2A8-4A0B-9D4D-142F43745707}" destId="{F327D7A4-1C37-4120-AB8A-C2BCE2BF88B8}" srcOrd="4" destOrd="0" parTransId="{4A5EC6F2-DF3E-42B1-8E15-F43EA993BC74}" sibTransId="{ABB7BF72-319F-409D-BA16-B84B8750E4AA}"/>
    <dgm:cxn modelId="{239272DC-09EF-4D1C-A900-BFBD9BC96BC6}" type="presOf" srcId="{F327D7A4-1C37-4120-AB8A-C2BCE2BF88B8}" destId="{B30ACBAA-3635-4A88-959A-6E1F33A4C27A}" srcOrd="0" destOrd="0" presId="urn:microsoft.com/office/officeart/2005/8/layout/vList2"/>
    <dgm:cxn modelId="{B31BE9DD-7CD0-4A78-9577-1BB03F7D6A4F}" type="presOf" srcId="{79D55AE1-936A-4E5E-A85E-18D98FB0A24F}" destId="{4D0C8989-CDBD-4CDA-BFEB-954ECF0828E7}" srcOrd="0" destOrd="0" presId="urn:microsoft.com/office/officeart/2005/8/layout/vList2"/>
    <dgm:cxn modelId="{8EA644F6-2433-43BC-9EB9-9C4ACFBF1B08}" srcId="{79D55AE1-936A-4E5E-A85E-18D98FB0A24F}" destId="{B6D21F07-1962-4059-929F-C54E1B53BE32}" srcOrd="0" destOrd="0" parTransId="{2CDE6AFA-A7F3-46D9-A081-42693903AC7C}" sibTransId="{9636D300-D9D9-45E3-BB02-882742D543AB}"/>
    <dgm:cxn modelId="{FB529FF6-D62F-4673-9E39-2E9C2280EAB2}" type="presOf" srcId="{8C47F3DC-B07E-423A-9ED7-F6252EF5EFD4}" destId="{DA5C224C-C347-405C-8BE9-6A7E034F969B}" srcOrd="0" destOrd="0" presId="urn:microsoft.com/office/officeart/2005/8/layout/vList2"/>
    <dgm:cxn modelId="{5675C8F8-3A0D-4D2F-83F4-2817D9ABBF44}" type="presOf" srcId="{B6D21F07-1962-4059-929F-C54E1B53BE32}" destId="{9E2461A0-F77F-403B-A20E-8F6FB71199F7}" srcOrd="0" destOrd="0" presId="urn:microsoft.com/office/officeart/2005/8/layout/vList2"/>
    <dgm:cxn modelId="{EA883565-7F0A-4F99-A11A-90357C08DA01}" type="presParOf" srcId="{5C014ED2-BFE8-42EB-B4FA-CED09FD85733}" destId="{DA5C224C-C347-405C-8BE9-6A7E034F969B}" srcOrd="0" destOrd="0" presId="urn:microsoft.com/office/officeart/2005/8/layout/vList2"/>
    <dgm:cxn modelId="{4E727FF0-A45C-4428-8BE8-1219B4C9175A}" type="presParOf" srcId="{5C014ED2-BFE8-42EB-B4FA-CED09FD85733}" destId="{0C4311F8-EC4C-4BE9-A5C4-F868A4123778}" srcOrd="1" destOrd="0" presId="urn:microsoft.com/office/officeart/2005/8/layout/vList2"/>
    <dgm:cxn modelId="{A9D724B1-5D5C-45A9-B762-EFBC4179AF14}" type="presParOf" srcId="{5C014ED2-BFE8-42EB-B4FA-CED09FD85733}" destId="{B4BE911C-F32C-4974-9EE4-6680F268F476}" srcOrd="2" destOrd="0" presId="urn:microsoft.com/office/officeart/2005/8/layout/vList2"/>
    <dgm:cxn modelId="{9826102E-1209-40A0-B00B-069C69F460C9}" type="presParOf" srcId="{5C014ED2-BFE8-42EB-B4FA-CED09FD85733}" destId="{80F1054E-C07D-46F8-82CE-524DB1C229F4}" srcOrd="3" destOrd="0" presId="urn:microsoft.com/office/officeart/2005/8/layout/vList2"/>
    <dgm:cxn modelId="{29CB8C99-F9DF-4D67-9DB4-645DD9336BE1}" type="presParOf" srcId="{5C014ED2-BFE8-42EB-B4FA-CED09FD85733}" destId="{E5689AA2-CAFB-4CE1-BBF4-4D8B91D3D8D5}" srcOrd="4" destOrd="0" presId="urn:microsoft.com/office/officeart/2005/8/layout/vList2"/>
    <dgm:cxn modelId="{90ED7FE1-B64A-4AC7-8928-9A2D310D18BA}" type="presParOf" srcId="{5C014ED2-BFE8-42EB-B4FA-CED09FD85733}" destId="{7BB9E9C3-FDD9-4E19-8BBA-C1BFC64FD776}" srcOrd="5" destOrd="0" presId="urn:microsoft.com/office/officeart/2005/8/layout/vList2"/>
    <dgm:cxn modelId="{571929CE-C619-4995-BD24-8EA6063738F5}" type="presParOf" srcId="{5C014ED2-BFE8-42EB-B4FA-CED09FD85733}" destId="{4D0C8989-CDBD-4CDA-BFEB-954ECF0828E7}" srcOrd="6" destOrd="0" presId="urn:microsoft.com/office/officeart/2005/8/layout/vList2"/>
    <dgm:cxn modelId="{2EFAFDA6-18C7-44FE-8E7D-08756A30B40C}" type="presParOf" srcId="{5C014ED2-BFE8-42EB-B4FA-CED09FD85733}" destId="{9E2461A0-F77F-403B-A20E-8F6FB71199F7}" srcOrd="7" destOrd="0" presId="urn:microsoft.com/office/officeart/2005/8/layout/vList2"/>
    <dgm:cxn modelId="{A156E576-B9E8-4692-AFA9-84C8EE881468}" type="presParOf" srcId="{5C014ED2-BFE8-42EB-B4FA-CED09FD85733}" destId="{B30ACBAA-3635-4A88-959A-6E1F33A4C27A}" srcOrd="8" destOrd="0" presId="urn:microsoft.com/office/officeart/2005/8/layout/vList2"/>
    <dgm:cxn modelId="{6362D587-5801-434A-8558-9A7916E795CA}" type="presParOf" srcId="{5C014ED2-BFE8-42EB-B4FA-CED09FD85733}" destId="{676604C2-4A5B-43C4-891B-07D909612364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5C559F-B2A8-4A0B-9D4D-142F437457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C47F3DC-B07E-423A-9ED7-F6252EF5EFD4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config-if</a:t>
          </a:r>
          <a:r>
            <a:rPr lang="pt-BR" dirty="0"/>
            <a:t>)#access-list 1 </a:t>
          </a:r>
          <a:r>
            <a:rPr lang="pt-BR" dirty="0" err="1"/>
            <a:t>permit</a:t>
          </a:r>
          <a:r>
            <a:rPr lang="pt-BR" dirty="0"/>
            <a:t> [End. IP da rede] [</a:t>
          </a:r>
          <a:r>
            <a:rPr lang="pt-BR" dirty="0" err="1"/>
            <a:t>Wildcard-Mask</a:t>
          </a:r>
          <a:r>
            <a:rPr lang="pt-BR" dirty="0"/>
            <a:t>]</a:t>
          </a:r>
        </a:p>
      </dgm:t>
    </dgm:pt>
    <dgm:pt modelId="{6810DD07-8D84-4E6B-8772-98BFCF132104}" type="parTrans" cxnId="{7BE06A8F-3E3B-4F18-8A20-923ECDB6DB9E}">
      <dgm:prSet/>
      <dgm:spPr/>
      <dgm:t>
        <a:bodyPr/>
        <a:lstStyle/>
        <a:p>
          <a:endParaRPr lang="pt-BR"/>
        </a:p>
      </dgm:t>
    </dgm:pt>
    <dgm:pt modelId="{CA6F7BF8-F7FC-4E62-8A9D-8BA967726F18}" type="sibTrans" cxnId="{7BE06A8F-3E3B-4F18-8A20-923ECDB6DB9E}">
      <dgm:prSet/>
      <dgm:spPr/>
      <dgm:t>
        <a:bodyPr/>
        <a:lstStyle/>
        <a:p>
          <a:endParaRPr lang="pt-BR"/>
        </a:p>
      </dgm:t>
    </dgm:pt>
    <dgm:pt modelId="{6CCE55BA-718E-4242-82DF-7368B5EDF247}">
      <dgm:prSet phldrT="[Texto]"/>
      <dgm:spPr/>
      <dgm:t>
        <a:bodyPr/>
        <a:lstStyle/>
        <a:p>
          <a:r>
            <a:rPr lang="pt-BR" dirty="0"/>
            <a:t>Configura a lista de acesso na interface externa</a:t>
          </a:r>
        </a:p>
      </dgm:t>
    </dgm:pt>
    <dgm:pt modelId="{EF553F61-B770-414C-B6C0-7CFAA23C2D6E}" type="parTrans" cxnId="{84A0383D-CE09-48C3-8400-D792AF13F994}">
      <dgm:prSet/>
      <dgm:spPr/>
      <dgm:t>
        <a:bodyPr/>
        <a:lstStyle/>
        <a:p>
          <a:endParaRPr lang="pt-BR"/>
        </a:p>
      </dgm:t>
    </dgm:pt>
    <dgm:pt modelId="{0ED9C2F6-B548-42D7-A22D-099EDA38DA45}" type="sibTrans" cxnId="{84A0383D-CE09-48C3-8400-D792AF13F994}">
      <dgm:prSet/>
      <dgm:spPr/>
      <dgm:t>
        <a:bodyPr/>
        <a:lstStyle/>
        <a:p>
          <a:endParaRPr lang="pt-BR"/>
        </a:p>
      </dgm:t>
    </dgm:pt>
    <dgm:pt modelId="{B2206BC2-72C3-43B5-B06F-8EC3D6E9571E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config-if</a:t>
          </a:r>
          <a:r>
            <a:rPr lang="pt-BR" dirty="0"/>
            <a:t>)#exit</a:t>
          </a:r>
        </a:p>
      </dgm:t>
    </dgm:pt>
    <dgm:pt modelId="{09438743-43BB-4D94-AFB3-3B3B0311CB33}" type="parTrans" cxnId="{0C8ECEDD-625E-44CA-AABA-9E67324B6013}">
      <dgm:prSet/>
      <dgm:spPr/>
      <dgm:t>
        <a:bodyPr/>
        <a:lstStyle/>
        <a:p>
          <a:endParaRPr lang="pt-BR"/>
        </a:p>
      </dgm:t>
    </dgm:pt>
    <dgm:pt modelId="{B097E41C-16B3-4AF3-A834-23ABD9AA1C19}" type="sibTrans" cxnId="{0C8ECEDD-625E-44CA-AABA-9E67324B6013}">
      <dgm:prSet/>
      <dgm:spPr/>
      <dgm:t>
        <a:bodyPr/>
        <a:lstStyle/>
        <a:p>
          <a:endParaRPr lang="pt-BR"/>
        </a:p>
      </dgm:t>
    </dgm:pt>
    <dgm:pt modelId="{ECE8B207-A1AA-472F-8911-4CC7D24FDB46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</a:t>
          </a:r>
          <a:r>
            <a:rPr lang="pt-BR" dirty="0"/>
            <a:t>)#ip </a:t>
          </a:r>
          <a:r>
            <a:rPr lang="pt-BR" dirty="0" err="1"/>
            <a:t>nat</a:t>
          </a:r>
          <a:r>
            <a:rPr lang="pt-BR" dirty="0"/>
            <a:t> </a:t>
          </a:r>
          <a:r>
            <a:rPr lang="pt-BR" dirty="0" err="1"/>
            <a:t>inside</a:t>
          </a:r>
          <a:r>
            <a:rPr lang="pt-BR" dirty="0"/>
            <a:t> </a:t>
          </a:r>
          <a:r>
            <a:rPr lang="pt-BR" dirty="0" err="1"/>
            <a:t>source</a:t>
          </a:r>
          <a:r>
            <a:rPr lang="pt-BR" dirty="0"/>
            <a:t> </a:t>
          </a:r>
          <a:r>
            <a:rPr lang="pt-BR" dirty="0" err="1"/>
            <a:t>list</a:t>
          </a:r>
          <a:r>
            <a:rPr lang="pt-BR" dirty="0"/>
            <a:t> 1 interface e1/0 </a:t>
          </a:r>
          <a:r>
            <a:rPr lang="pt-BR" dirty="0" err="1"/>
            <a:t>overload</a:t>
          </a:r>
          <a:endParaRPr lang="pt-BR" dirty="0"/>
        </a:p>
      </dgm:t>
    </dgm:pt>
    <dgm:pt modelId="{30786E74-0117-4CDA-A5E7-D79CD8A27947}" type="parTrans" cxnId="{60B286E7-278E-44BD-A629-4A605D17E592}">
      <dgm:prSet/>
      <dgm:spPr/>
      <dgm:t>
        <a:bodyPr/>
        <a:lstStyle/>
        <a:p>
          <a:endParaRPr lang="pt-BR"/>
        </a:p>
      </dgm:t>
    </dgm:pt>
    <dgm:pt modelId="{C802DFC1-5CD6-4836-98CE-D5B3707800A5}" type="sibTrans" cxnId="{60B286E7-278E-44BD-A629-4A605D17E592}">
      <dgm:prSet/>
      <dgm:spPr/>
      <dgm:t>
        <a:bodyPr/>
        <a:lstStyle/>
        <a:p>
          <a:endParaRPr lang="pt-BR"/>
        </a:p>
      </dgm:t>
    </dgm:pt>
    <dgm:pt modelId="{A5CC5B30-BC12-430A-B3EF-86B01120DAA5}">
      <dgm:prSet phldrT="[Texto]"/>
      <dgm:spPr/>
      <dgm:t>
        <a:bodyPr/>
        <a:lstStyle/>
        <a:p>
          <a:r>
            <a:rPr lang="pt-BR" dirty="0"/>
            <a:t>Volta para a configuração do  terminal</a:t>
          </a:r>
        </a:p>
      </dgm:t>
    </dgm:pt>
    <dgm:pt modelId="{5A9E5ECB-FB93-43DC-8C51-208BD988D3B6}" type="parTrans" cxnId="{0DA10673-F934-46FE-8C66-0AC4E42E646C}">
      <dgm:prSet/>
      <dgm:spPr/>
      <dgm:t>
        <a:bodyPr/>
        <a:lstStyle/>
        <a:p>
          <a:endParaRPr lang="pt-BR"/>
        </a:p>
      </dgm:t>
    </dgm:pt>
    <dgm:pt modelId="{6C7E452B-AB41-42F6-B218-559EB5179A75}" type="sibTrans" cxnId="{0DA10673-F934-46FE-8C66-0AC4E42E646C}">
      <dgm:prSet/>
      <dgm:spPr/>
      <dgm:t>
        <a:bodyPr/>
        <a:lstStyle/>
        <a:p>
          <a:endParaRPr lang="pt-BR"/>
        </a:p>
      </dgm:t>
    </dgm:pt>
    <dgm:pt modelId="{5DD1DB8E-9EBB-4190-A489-DB20C5E1A2DF}">
      <dgm:prSet phldrT="[Texto]"/>
      <dgm:spPr/>
      <dgm:t>
        <a:bodyPr/>
        <a:lstStyle/>
        <a:p>
          <a:r>
            <a:rPr lang="pt-BR" dirty="0"/>
            <a:t>Configura a tabela NAT de acordo com os endereços permitidos pela lista de acesso 1;</a:t>
          </a:r>
        </a:p>
      </dgm:t>
    </dgm:pt>
    <dgm:pt modelId="{11572DF9-8363-4939-B3DC-AAEB98749256}" type="parTrans" cxnId="{145841AA-1739-403B-B780-2E45CCE56199}">
      <dgm:prSet/>
      <dgm:spPr/>
      <dgm:t>
        <a:bodyPr/>
        <a:lstStyle/>
        <a:p>
          <a:endParaRPr lang="pt-BR"/>
        </a:p>
      </dgm:t>
    </dgm:pt>
    <dgm:pt modelId="{FD4BDB83-8637-46E3-90BE-84EFBC5456E4}" type="sibTrans" cxnId="{145841AA-1739-403B-B780-2E45CCE56199}">
      <dgm:prSet/>
      <dgm:spPr/>
      <dgm:t>
        <a:bodyPr/>
        <a:lstStyle/>
        <a:p>
          <a:endParaRPr lang="pt-BR"/>
        </a:p>
      </dgm:t>
    </dgm:pt>
    <dgm:pt modelId="{E427930B-294D-4B6C-A0FF-65A1FCC2E920}">
      <dgm:prSet phldrT="[Texto]"/>
      <dgm:spPr/>
      <dgm:t>
        <a:bodyPr/>
        <a:lstStyle/>
        <a:p>
          <a:r>
            <a:rPr lang="pt-BR" dirty="0"/>
            <a:t>Configura a interface e1/0 a utilizar o NAT do tipo </a:t>
          </a:r>
          <a:r>
            <a:rPr lang="pt-BR" dirty="0" err="1"/>
            <a:t>overload</a:t>
          </a:r>
          <a:r>
            <a:rPr lang="pt-BR" dirty="0"/>
            <a:t> (PAT).</a:t>
          </a:r>
        </a:p>
      </dgm:t>
    </dgm:pt>
    <dgm:pt modelId="{99B6671B-7192-4F1E-BBF6-DF26A1B21A75}" type="parTrans" cxnId="{C01CB908-BCD5-44F6-BB43-5AF418DF9444}">
      <dgm:prSet/>
      <dgm:spPr/>
      <dgm:t>
        <a:bodyPr/>
        <a:lstStyle/>
        <a:p>
          <a:endParaRPr lang="pt-BR"/>
        </a:p>
      </dgm:t>
    </dgm:pt>
    <dgm:pt modelId="{3214A9EA-7E95-4B0D-A8A6-7FBCE1E02E4A}" type="sibTrans" cxnId="{C01CB908-BCD5-44F6-BB43-5AF418DF9444}">
      <dgm:prSet/>
      <dgm:spPr/>
      <dgm:t>
        <a:bodyPr/>
        <a:lstStyle/>
        <a:p>
          <a:endParaRPr lang="pt-BR"/>
        </a:p>
      </dgm:t>
    </dgm:pt>
    <dgm:pt modelId="{F5A55B15-A423-4DEA-B493-21496C05866D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</a:t>
          </a:r>
          <a:r>
            <a:rPr lang="pt-BR" dirty="0"/>
            <a:t>)#end</a:t>
          </a:r>
        </a:p>
      </dgm:t>
    </dgm:pt>
    <dgm:pt modelId="{91A67CFB-E1C8-4DCA-B932-FA9C7499B9F5}" type="parTrans" cxnId="{A56FFC19-C26A-44F7-98C6-C5FE09D7BB45}">
      <dgm:prSet/>
      <dgm:spPr/>
      <dgm:t>
        <a:bodyPr/>
        <a:lstStyle/>
        <a:p>
          <a:endParaRPr lang="pt-BR"/>
        </a:p>
      </dgm:t>
    </dgm:pt>
    <dgm:pt modelId="{144FDED9-86A2-4961-8741-E2AFC5272E55}" type="sibTrans" cxnId="{A56FFC19-C26A-44F7-98C6-C5FE09D7BB45}">
      <dgm:prSet/>
      <dgm:spPr/>
      <dgm:t>
        <a:bodyPr/>
        <a:lstStyle/>
        <a:p>
          <a:endParaRPr lang="pt-BR"/>
        </a:p>
      </dgm:t>
    </dgm:pt>
    <dgm:pt modelId="{5C014ED2-BFE8-42EB-B4FA-CED09FD85733}" type="pres">
      <dgm:prSet presAssocID="{0A5C559F-B2A8-4A0B-9D4D-142F43745707}" presName="linear" presStyleCnt="0">
        <dgm:presLayoutVars>
          <dgm:animLvl val="lvl"/>
          <dgm:resizeHandles val="exact"/>
        </dgm:presLayoutVars>
      </dgm:prSet>
      <dgm:spPr/>
    </dgm:pt>
    <dgm:pt modelId="{DA5C224C-C347-405C-8BE9-6A7E034F969B}" type="pres">
      <dgm:prSet presAssocID="{8C47F3DC-B07E-423A-9ED7-F6252EF5EFD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4311F8-EC4C-4BE9-A5C4-F868A4123778}" type="pres">
      <dgm:prSet presAssocID="{8C47F3DC-B07E-423A-9ED7-F6252EF5EFD4}" presName="childText" presStyleLbl="revTx" presStyleIdx="0" presStyleCnt="3">
        <dgm:presLayoutVars>
          <dgm:bulletEnabled val="1"/>
        </dgm:presLayoutVars>
      </dgm:prSet>
      <dgm:spPr/>
    </dgm:pt>
    <dgm:pt modelId="{6F498CBA-640B-44B2-B43F-1BBBBFED7E61}" type="pres">
      <dgm:prSet presAssocID="{B2206BC2-72C3-43B5-B06F-8EC3D6E957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07F0660-5620-4B46-A0A0-A2080AFCDE55}" type="pres">
      <dgm:prSet presAssocID="{B2206BC2-72C3-43B5-B06F-8EC3D6E9571E}" presName="childText" presStyleLbl="revTx" presStyleIdx="1" presStyleCnt="3">
        <dgm:presLayoutVars>
          <dgm:bulletEnabled val="1"/>
        </dgm:presLayoutVars>
      </dgm:prSet>
      <dgm:spPr/>
    </dgm:pt>
    <dgm:pt modelId="{8722025E-CF8C-4122-9994-5C2EEAD60772}" type="pres">
      <dgm:prSet presAssocID="{ECE8B207-A1AA-472F-8911-4CC7D24FDB4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8725D2D-88B3-4D63-88F1-CBD9AE5DB071}" type="pres">
      <dgm:prSet presAssocID="{ECE8B207-A1AA-472F-8911-4CC7D24FDB46}" presName="childText" presStyleLbl="revTx" presStyleIdx="2" presStyleCnt="3">
        <dgm:presLayoutVars>
          <dgm:bulletEnabled val="1"/>
        </dgm:presLayoutVars>
      </dgm:prSet>
      <dgm:spPr/>
    </dgm:pt>
    <dgm:pt modelId="{C01D22AD-D4A5-4E05-8F39-AACBCA9D8E22}" type="pres">
      <dgm:prSet presAssocID="{F5A55B15-A423-4DEA-B493-21496C0586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1CB908-BCD5-44F6-BB43-5AF418DF9444}" srcId="{ECE8B207-A1AA-472F-8911-4CC7D24FDB46}" destId="{E427930B-294D-4B6C-A0FF-65A1FCC2E920}" srcOrd="1" destOrd="0" parTransId="{99B6671B-7192-4F1E-BBF6-DF26A1B21A75}" sibTransId="{3214A9EA-7E95-4B0D-A8A6-7FBCE1E02E4A}"/>
    <dgm:cxn modelId="{87152913-11CF-4201-A84F-DE8E153BBA79}" type="presOf" srcId="{0A5C559F-B2A8-4A0B-9D4D-142F43745707}" destId="{5C014ED2-BFE8-42EB-B4FA-CED09FD85733}" srcOrd="0" destOrd="0" presId="urn:microsoft.com/office/officeart/2005/8/layout/vList2"/>
    <dgm:cxn modelId="{C1E08E17-DFBB-4897-BF2C-2714C3373FDE}" type="presOf" srcId="{5DD1DB8E-9EBB-4190-A489-DB20C5E1A2DF}" destId="{F8725D2D-88B3-4D63-88F1-CBD9AE5DB071}" srcOrd="0" destOrd="0" presId="urn:microsoft.com/office/officeart/2005/8/layout/vList2"/>
    <dgm:cxn modelId="{A56FFC19-C26A-44F7-98C6-C5FE09D7BB45}" srcId="{0A5C559F-B2A8-4A0B-9D4D-142F43745707}" destId="{F5A55B15-A423-4DEA-B493-21496C05866D}" srcOrd="3" destOrd="0" parTransId="{91A67CFB-E1C8-4DCA-B932-FA9C7499B9F5}" sibTransId="{144FDED9-86A2-4961-8741-E2AFC5272E55}"/>
    <dgm:cxn modelId="{84A0383D-CE09-48C3-8400-D792AF13F994}" srcId="{8C47F3DC-B07E-423A-9ED7-F6252EF5EFD4}" destId="{6CCE55BA-718E-4242-82DF-7368B5EDF247}" srcOrd="0" destOrd="0" parTransId="{EF553F61-B770-414C-B6C0-7CFAA23C2D6E}" sibTransId="{0ED9C2F6-B548-42D7-A22D-099EDA38DA45}"/>
    <dgm:cxn modelId="{0DA10673-F934-46FE-8C66-0AC4E42E646C}" srcId="{B2206BC2-72C3-43B5-B06F-8EC3D6E9571E}" destId="{A5CC5B30-BC12-430A-B3EF-86B01120DAA5}" srcOrd="0" destOrd="0" parTransId="{5A9E5ECB-FB93-43DC-8C51-208BD988D3B6}" sibTransId="{6C7E452B-AB41-42F6-B218-559EB5179A75}"/>
    <dgm:cxn modelId="{DE91AB78-B607-40C7-A57B-563C483CC310}" type="presOf" srcId="{E427930B-294D-4B6C-A0FF-65A1FCC2E920}" destId="{F8725D2D-88B3-4D63-88F1-CBD9AE5DB071}" srcOrd="0" destOrd="1" presId="urn:microsoft.com/office/officeart/2005/8/layout/vList2"/>
    <dgm:cxn modelId="{AD7CE778-6253-4A6F-B54F-FF0A725484C4}" type="presOf" srcId="{F5A55B15-A423-4DEA-B493-21496C05866D}" destId="{C01D22AD-D4A5-4E05-8F39-AACBCA9D8E22}" srcOrd="0" destOrd="0" presId="urn:microsoft.com/office/officeart/2005/8/layout/vList2"/>
    <dgm:cxn modelId="{7BE06A8F-3E3B-4F18-8A20-923ECDB6DB9E}" srcId="{0A5C559F-B2A8-4A0B-9D4D-142F43745707}" destId="{8C47F3DC-B07E-423A-9ED7-F6252EF5EFD4}" srcOrd="0" destOrd="0" parTransId="{6810DD07-8D84-4E6B-8772-98BFCF132104}" sibTransId="{CA6F7BF8-F7FC-4E62-8A9D-8BA967726F18}"/>
    <dgm:cxn modelId="{145841AA-1739-403B-B780-2E45CCE56199}" srcId="{ECE8B207-A1AA-472F-8911-4CC7D24FDB46}" destId="{5DD1DB8E-9EBB-4190-A489-DB20C5E1A2DF}" srcOrd="0" destOrd="0" parTransId="{11572DF9-8363-4939-B3DC-AAEB98749256}" sibTransId="{FD4BDB83-8637-46E3-90BE-84EFBC5456E4}"/>
    <dgm:cxn modelId="{015733BA-DF00-44BE-80BC-3F5B1FBE16E2}" type="presOf" srcId="{A5CC5B30-BC12-430A-B3EF-86B01120DAA5}" destId="{B07F0660-5620-4B46-A0A0-A2080AFCDE55}" srcOrd="0" destOrd="0" presId="urn:microsoft.com/office/officeart/2005/8/layout/vList2"/>
    <dgm:cxn modelId="{890595BB-8516-4216-9027-CD97283B89C6}" type="presOf" srcId="{ECE8B207-A1AA-472F-8911-4CC7D24FDB46}" destId="{8722025E-CF8C-4122-9994-5C2EEAD60772}" srcOrd="0" destOrd="0" presId="urn:microsoft.com/office/officeart/2005/8/layout/vList2"/>
    <dgm:cxn modelId="{286592C6-D659-4413-9261-4C33DB405514}" type="presOf" srcId="{6CCE55BA-718E-4242-82DF-7368B5EDF247}" destId="{0C4311F8-EC4C-4BE9-A5C4-F868A4123778}" srcOrd="0" destOrd="0" presId="urn:microsoft.com/office/officeart/2005/8/layout/vList2"/>
    <dgm:cxn modelId="{F6FDD9DA-57A0-4E4A-A1D9-AEFF174519E6}" type="presOf" srcId="{B2206BC2-72C3-43B5-B06F-8EC3D6E9571E}" destId="{6F498CBA-640B-44B2-B43F-1BBBBFED7E61}" srcOrd="0" destOrd="0" presId="urn:microsoft.com/office/officeart/2005/8/layout/vList2"/>
    <dgm:cxn modelId="{0C8ECEDD-625E-44CA-AABA-9E67324B6013}" srcId="{0A5C559F-B2A8-4A0B-9D4D-142F43745707}" destId="{B2206BC2-72C3-43B5-B06F-8EC3D6E9571E}" srcOrd="1" destOrd="0" parTransId="{09438743-43BB-4D94-AFB3-3B3B0311CB33}" sibTransId="{B097E41C-16B3-4AF3-A834-23ABD9AA1C19}"/>
    <dgm:cxn modelId="{60B286E7-278E-44BD-A629-4A605D17E592}" srcId="{0A5C559F-B2A8-4A0B-9D4D-142F43745707}" destId="{ECE8B207-A1AA-472F-8911-4CC7D24FDB46}" srcOrd="2" destOrd="0" parTransId="{30786E74-0117-4CDA-A5E7-D79CD8A27947}" sibTransId="{C802DFC1-5CD6-4836-98CE-D5B3707800A5}"/>
    <dgm:cxn modelId="{FB529FF6-D62F-4673-9E39-2E9C2280EAB2}" type="presOf" srcId="{8C47F3DC-B07E-423A-9ED7-F6252EF5EFD4}" destId="{DA5C224C-C347-405C-8BE9-6A7E034F969B}" srcOrd="0" destOrd="0" presId="urn:microsoft.com/office/officeart/2005/8/layout/vList2"/>
    <dgm:cxn modelId="{EA883565-7F0A-4F99-A11A-90357C08DA01}" type="presParOf" srcId="{5C014ED2-BFE8-42EB-B4FA-CED09FD85733}" destId="{DA5C224C-C347-405C-8BE9-6A7E034F969B}" srcOrd="0" destOrd="0" presId="urn:microsoft.com/office/officeart/2005/8/layout/vList2"/>
    <dgm:cxn modelId="{4E727FF0-A45C-4428-8BE8-1219B4C9175A}" type="presParOf" srcId="{5C014ED2-BFE8-42EB-B4FA-CED09FD85733}" destId="{0C4311F8-EC4C-4BE9-A5C4-F868A4123778}" srcOrd="1" destOrd="0" presId="urn:microsoft.com/office/officeart/2005/8/layout/vList2"/>
    <dgm:cxn modelId="{5D02766A-6497-4E62-9C20-1F6B73B892B2}" type="presParOf" srcId="{5C014ED2-BFE8-42EB-B4FA-CED09FD85733}" destId="{6F498CBA-640B-44B2-B43F-1BBBBFED7E61}" srcOrd="2" destOrd="0" presId="urn:microsoft.com/office/officeart/2005/8/layout/vList2"/>
    <dgm:cxn modelId="{27B581DD-93A4-471C-9947-A3FEEBA5BB08}" type="presParOf" srcId="{5C014ED2-BFE8-42EB-B4FA-CED09FD85733}" destId="{B07F0660-5620-4B46-A0A0-A2080AFCDE55}" srcOrd="3" destOrd="0" presId="urn:microsoft.com/office/officeart/2005/8/layout/vList2"/>
    <dgm:cxn modelId="{00DDB3F3-21B2-4D0A-80CA-F3B773A3944E}" type="presParOf" srcId="{5C014ED2-BFE8-42EB-B4FA-CED09FD85733}" destId="{8722025E-CF8C-4122-9994-5C2EEAD60772}" srcOrd="4" destOrd="0" presId="urn:microsoft.com/office/officeart/2005/8/layout/vList2"/>
    <dgm:cxn modelId="{C14EA165-1002-49EE-BBB6-86F768BD7A81}" type="presParOf" srcId="{5C014ED2-BFE8-42EB-B4FA-CED09FD85733}" destId="{F8725D2D-88B3-4D63-88F1-CBD9AE5DB071}" srcOrd="5" destOrd="0" presId="urn:microsoft.com/office/officeart/2005/8/layout/vList2"/>
    <dgm:cxn modelId="{C21B9124-0A64-4FCA-A2D5-7C6388CB23F7}" type="presParOf" srcId="{5C014ED2-BFE8-42EB-B4FA-CED09FD85733}" destId="{C01D22AD-D4A5-4E05-8F39-AACBCA9D8E2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95471E-554B-4692-AC3F-185EC9AA01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ACACF40-1D6C-4B7B-9C2F-EE85EEC6F354}">
      <dgm:prSet phldrT="[Texto]"/>
      <dgm:spPr/>
      <dgm:t>
        <a:bodyPr/>
        <a:lstStyle/>
        <a:p>
          <a:r>
            <a:rPr lang="pt-BR" dirty="0"/>
            <a:t>R1#config t</a:t>
          </a:r>
        </a:p>
      </dgm:t>
    </dgm:pt>
    <dgm:pt modelId="{E64B6BE1-8A29-4347-B9A7-FDED006DA635}" type="parTrans" cxnId="{50A817CC-F09A-4988-978B-0F4C2FFBB761}">
      <dgm:prSet/>
      <dgm:spPr/>
      <dgm:t>
        <a:bodyPr/>
        <a:lstStyle/>
        <a:p>
          <a:endParaRPr lang="pt-BR"/>
        </a:p>
      </dgm:t>
    </dgm:pt>
    <dgm:pt modelId="{C3A46BA0-FB97-4EA1-BD25-20A10B4FC3DE}" type="sibTrans" cxnId="{50A817CC-F09A-4988-978B-0F4C2FFBB761}">
      <dgm:prSet/>
      <dgm:spPr/>
      <dgm:t>
        <a:bodyPr/>
        <a:lstStyle/>
        <a:p>
          <a:endParaRPr lang="pt-BR"/>
        </a:p>
      </dgm:t>
    </dgm:pt>
    <dgm:pt modelId="{D1768221-311C-4422-BFA9-7EED5E44DD6E}">
      <dgm:prSet phldrT="[Texto]"/>
      <dgm:spPr/>
      <dgm:t>
        <a:bodyPr/>
        <a:lstStyle/>
        <a:p>
          <a:r>
            <a:rPr lang="pt-BR" dirty="0"/>
            <a:t>Entra no modo de configuração do terminal</a:t>
          </a:r>
        </a:p>
      </dgm:t>
    </dgm:pt>
    <dgm:pt modelId="{72CBB0C5-7379-42D4-9823-D2179769BF58}" type="parTrans" cxnId="{1C4838B3-7427-403B-8824-B08F150D67AB}">
      <dgm:prSet/>
      <dgm:spPr/>
      <dgm:t>
        <a:bodyPr/>
        <a:lstStyle/>
        <a:p>
          <a:endParaRPr lang="pt-BR"/>
        </a:p>
      </dgm:t>
    </dgm:pt>
    <dgm:pt modelId="{30629799-3098-4252-8427-FA657CE63F56}" type="sibTrans" cxnId="{1C4838B3-7427-403B-8824-B08F150D67AB}">
      <dgm:prSet/>
      <dgm:spPr/>
      <dgm:t>
        <a:bodyPr/>
        <a:lstStyle/>
        <a:p>
          <a:endParaRPr lang="pt-BR"/>
        </a:p>
      </dgm:t>
    </dgm:pt>
    <dgm:pt modelId="{554DA84B-6643-436E-AE00-40E0F307CE63}">
      <dgm:prSet phldrT="[Texto]"/>
      <dgm:spPr/>
      <dgm:t>
        <a:bodyPr/>
        <a:lstStyle/>
        <a:p>
          <a:r>
            <a:rPr lang="pt-BR" dirty="0"/>
            <a:t>R1#ipv6 </a:t>
          </a:r>
          <a:r>
            <a:rPr lang="pt-BR" dirty="0" err="1"/>
            <a:t>unicast-routing</a:t>
          </a:r>
          <a:endParaRPr lang="pt-BR" dirty="0"/>
        </a:p>
      </dgm:t>
    </dgm:pt>
    <dgm:pt modelId="{01CB9CCF-357A-406F-99B4-DB457F29E76F}" type="parTrans" cxnId="{A8F1BBB7-230B-4D8C-9D64-D670D554470D}">
      <dgm:prSet/>
      <dgm:spPr/>
      <dgm:t>
        <a:bodyPr/>
        <a:lstStyle/>
        <a:p>
          <a:endParaRPr lang="pt-BR"/>
        </a:p>
      </dgm:t>
    </dgm:pt>
    <dgm:pt modelId="{5F052551-B1CB-4114-B9E5-63025735F2B5}" type="sibTrans" cxnId="{A8F1BBB7-230B-4D8C-9D64-D670D554470D}">
      <dgm:prSet/>
      <dgm:spPr/>
      <dgm:t>
        <a:bodyPr/>
        <a:lstStyle/>
        <a:p>
          <a:endParaRPr lang="pt-BR"/>
        </a:p>
      </dgm:t>
    </dgm:pt>
    <dgm:pt modelId="{64675511-1DC0-48A7-BC8E-52470E2E0A79}">
      <dgm:prSet phldrT="[Texto]"/>
      <dgm:spPr/>
      <dgm:t>
        <a:bodyPr/>
        <a:lstStyle/>
        <a:p>
          <a:r>
            <a:rPr lang="pt-BR" dirty="0"/>
            <a:t>Habilita Endereços IPv6 para Roteamento </a:t>
          </a:r>
          <a:r>
            <a:rPr lang="pt-BR" b="1" dirty="0" err="1"/>
            <a:t>Unicast</a:t>
          </a:r>
          <a:r>
            <a:rPr lang="pt-BR" dirty="0"/>
            <a:t> </a:t>
          </a:r>
        </a:p>
      </dgm:t>
    </dgm:pt>
    <dgm:pt modelId="{6CD8B4C3-322F-402F-A1D3-1033D9CEA3F0}" type="parTrans" cxnId="{8E35C35B-833E-4EC0-980C-B9FAAB26DF7F}">
      <dgm:prSet/>
      <dgm:spPr/>
      <dgm:t>
        <a:bodyPr/>
        <a:lstStyle/>
        <a:p>
          <a:endParaRPr lang="pt-BR"/>
        </a:p>
      </dgm:t>
    </dgm:pt>
    <dgm:pt modelId="{042EE43F-1BFD-4D60-B73B-356E15694099}" type="sibTrans" cxnId="{8E35C35B-833E-4EC0-980C-B9FAAB26DF7F}">
      <dgm:prSet/>
      <dgm:spPr/>
      <dgm:t>
        <a:bodyPr/>
        <a:lstStyle/>
        <a:p>
          <a:endParaRPr lang="pt-BR"/>
        </a:p>
      </dgm:t>
    </dgm:pt>
    <dgm:pt modelId="{308777FF-3B59-4EDF-ADE3-6F7C2EAC3CC4}" type="pres">
      <dgm:prSet presAssocID="{AC95471E-554B-4692-AC3F-185EC9AA013D}" presName="linear" presStyleCnt="0">
        <dgm:presLayoutVars>
          <dgm:animLvl val="lvl"/>
          <dgm:resizeHandles val="exact"/>
        </dgm:presLayoutVars>
      </dgm:prSet>
      <dgm:spPr/>
    </dgm:pt>
    <dgm:pt modelId="{686B5B8C-79C2-43E3-A80F-A0837E258879}" type="pres">
      <dgm:prSet presAssocID="{1ACACF40-1D6C-4B7B-9C2F-EE85EEC6F35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45A01E5-CE47-4362-BD49-3E100798AECC}" type="pres">
      <dgm:prSet presAssocID="{1ACACF40-1D6C-4B7B-9C2F-EE85EEC6F354}" presName="childText" presStyleLbl="revTx" presStyleIdx="0" presStyleCnt="2">
        <dgm:presLayoutVars>
          <dgm:bulletEnabled val="1"/>
        </dgm:presLayoutVars>
      </dgm:prSet>
      <dgm:spPr/>
    </dgm:pt>
    <dgm:pt modelId="{C72D81FE-7280-4AA8-9C9D-F4B8FCDD40EA}" type="pres">
      <dgm:prSet presAssocID="{554DA84B-6643-436E-AE00-40E0F307CE6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00E7E05-1D73-496E-A061-4FC92BE7B553}" type="pres">
      <dgm:prSet presAssocID="{554DA84B-6643-436E-AE00-40E0F307CE6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39B963B-B53C-4D52-9A2D-85C40C5974DB}" type="presOf" srcId="{64675511-1DC0-48A7-BC8E-52470E2E0A79}" destId="{700E7E05-1D73-496E-A061-4FC92BE7B553}" srcOrd="0" destOrd="0" presId="urn:microsoft.com/office/officeart/2005/8/layout/vList2"/>
    <dgm:cxn modelId="{8E35C35B-833E-4EC0-980C-B9FAAB26DF7F}" srcId="{554DA84B-6643-436E-AE00-40E0F307CE63}" destId="{64675511-1DC0-48A7-BC8E-52470E2E0A79}" srcOrd="0" destOrd="0" parTransId="{6CD8B4C3-322F-402F-A1D3-1033D9CEA3F0}" sibTransId="{042EE43F-1BFD-4D60-B73B-356E15694099}"/>
    <dgm:cxn modelId="{7BA9154B-AA5F-40E4-98A0-02DC64756173}" type="presOf" srcId="{1ACACF40-1D6C-4B7B-9C2F-EE85EEC6F354}" destId="{686B5B8C-79C2-43E3-A80F-A0837E258879}" srcOrd="0" destOrd="0" presId="urn:microsoft.com/office/officeart/2005/8/layout/vList2"/>
    <dgm:cxn modelId="{1C4838B3-7427-403B-8824-B08F150D67AB}" srcId="{1ACACF40-1D6C-4B7B-9C2F-EE85EEC6F354}" destId="{D1768221-311C-4422-BFA9-7EED5E44DD6E}" srcOrd="0" destOrd="0" parTransId="{72CBB0C5-7379-42D4-9823-D2179769BF58}" sibTransId="{30629799-3098-4252-8427-FA657CE63F56}"/>
    <dgm:cxn modelId="{F84343B4-7CC9-4736-B23E-910D9147F174}" type="presOf" srcId="{AC95471E-554B-4692-AC3F-185EC9AA013D}" destId="{308777FF-3B59-4EDF-ADE3-6F7C2EAC3CC4}" srcOrd="0" destOrd="0" presId="urn:microsoft.com/office/officeart/2005/8/layout/vList2"/>
    <dgm:cxn modelId="{A8F1BBB7-230B-4D8C-9D64-D670D554470D}" srcId="{AC95471E-554B-4692-AC3F-185EC9AA013D}" destId="{554DA84B-6643-436E-AE00-40E0F307CE63}" srcOrd="1" destOrd="0" parTransId="{01CB9CCF-357A-406F-99B4-DB457F29E76F}" sibTransId="{5F052551-B1CB-4114-B9E5-63025735F2B5}"/>
    <dgm:cxn modelId="{903AEBBA-8B76-4EE3-9A8E-843D06923AE8}" type="presOf" srcId="{D1768221-311C-4422-BFA9-7EED5E44DD6E}" destId="{545A01E5-CE47-4362-BD49-3E100798AECC}" srcOrd="0" destOrd="0" presId="urn:microsoft.com/office/officeart/2005/8/layout/vList2"/>
    <dgm:cxn modelId="{1DD863BB-9ABD-4C5A-AE70-E6E8996E40D0}" type="presOf" srcId="{554DA84B-6643-436E-AE00-40E0F307CE63}" destId="{C72D81FE-7280-4AA8-9C9D-F4B8FCDD40EA}" srcOrd="0" destOrd="0" presId="urn:microsoft.com/office/officeart/2005/8/layout/vList2"/>
    <dgm:cxn modelId="{50A817CC-F09A-4988-978B-0F4C2FFBB761}" srcId="{AC95471E-554B-4692-AC3F-185EC9AA013D}" destId="{1ACACF40-1D6C-4B7B-9C2F-EE85EEC6F354}" srcOrd="0" destOrd="0" parTransId="{E64B6BE1-8A29-4347-B9A7-FDED006DA635}" sibTransId="{C3A46BA0-FB97-4EA1-BD25-20A10B4FC3DE}"/>
    <dgm:cxn modelId="{3015F0E4-45B5-4CF0-BE07-45151080C4F4}" type="presParOf" srcId="{308777FF-3B59-4EDF-ADE3-6F7C2EAC3CC4}" destId="{686B5B8C-79C2-43E3-A80F-A0837E258879}" srcOrd="0" destOrd="0" presId="urn:microsoft.com/office/officeart/2005/8/layout/vList2"/>
    <dgm:cxn modelId="{E9177D02-00AB-4515-A53D-33A1E716E1EF}" type="presParOf" srcId="{308777FF-3B59-4EDF-ADE3-6F7C2EAC3CC4}" destId="{545A01E5-CE47-4362-BD49-3E100798AECC}" srcOrd="1" destOrd="0" presId="urn:microsoft.com/office/officeart/2005/8/layout/vList2"/>
    <dgm:cxn modelId="{303BF9D6-20D6-4E22-8410-0C1F735BD91B}" type="presParOf" srcId="{308777FF-3B59-4EDF-ADE3-6F7C2EAC3CC4}" destId="{C72D81FE-7280-4AA8-9C9D-F4B8FCDD40EA}" srcOrd="2" destOrd="0" presId="urn:microsoft.com/office/officeart/2005/8/layout/vList2"/>
    <dgm:cxn modelId="{7F2D21AB-B038-4487-90B8-BB09506CCA71}" type="presParOf" srcId="{308777FF-3B59-4EDF-ADE3-6F7C2EAC3CC4}" destId="{700E7E05-1D73-496E-A061-4FC92BE7B55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95471E-554B-4692-AC3F-185EC9AA01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ACACF40-1D6C-4B7B-9C2F-EE85EEC6F354}">
      <dgm:prSet phldrT="[Texto]"/>
      <dgm:spPr/>
      <dgm:t>
        <a:bodyPr/>
        <a:lstStyle/>
        <a:p>
          <a:r>
            <a:rPr lang="pt-BR" dirty="0"/>
            <a:t>R1#config t</a:t>
          </a:r>
        </a:p>
      </dgm:t>
    </dgm:pt>
    <dgm:pt modelId="{E64B6BE1-8A29-4347-B9A7-FDED006DA635}" type="parTrans" cxnId="{50A817CC-F09A-4988-978B-0F4C2FFBB761}">
      <dgm:prSet/>
      <dgm:spPr/>
      <dgm:t>
        <a:bodyPr/>
        <a:lstStyle/>
        <a:p>
          <a:endParaRPr lang="pt-BR"/>
        </a:p>
      </dgm:t>
    </dgm:pt>
    <dgm:pt modelId="{C3A46BA0-FB97-4EA1-BD25-20A10B4FC3DE}" type="sibTrans" cxnId="{50A817CC-F09A-4988-978B-0F4C2FFBB761}">
      <dgm:prSet/>
      <dgm:spPr/>
      <dgm:t>
        <a:bodyPr/>
        <a:lstStyle/>
        <a:p>
          <a:endParaRPr lang="pt-BR"/>
        </a:p>
      </dgm:t>
    </dgm:pt>
    <dgm:pt modelId="{D1768221-311C-4422-BFA9-7EED5E44DD6E}">
      <dgm:prSet phldrT="[Texto]"/>
      <dgm:spPr/>
      <dgm:t>
        <a:bodyPr/>
        <a:lstStyle/>
        <a:p>
          <a:r>
            <a:rPr lang="pt-BR" dirty="0"/>
            <a:t>Entra no modo de configuração do terminal</a:t>
          </a:r>
        </a:p>
      </dgm:t>
    </dgm:pt>
    <dgm:pt modelId="{72CBB0C5-7379-42D4-9823-D2179769BF58}" type="parTrans" cxnId="{1C4838B3-7427-403B-8824-B08F150D67AB}">
      <dgm:prSet/>
      <dgm:spPr/>
      <dgm:t>
        <a:bodyPr/>
        <a:lstStyle/>
        <a:p>
          <a:endParaRPr lang="pt-BR"/>
        </a:p>
      </dgm:t>
    </dgm:pt>
    <dgm:pt modelId="{30629799-3098-4252-8427-FA657CE63F56}" type="sibTrans" cxnId="{1C4838B3-7427-403B-8824-B08F150D67AB}">
      <dgm:prSet/>
      <dgm:spPr/>
      <dgm:t>
        <a:bodyPr/>
        <a:lstStyle/>
        <a:p>
          <a:endParaRPr lang="pt-BR"/>
        </a:p>
      </dgm:t>
    </dgm:pt>
    <dgm:pt modelId="{554DA84B-6643-436E-AE00-40E0F307CE63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</a:t>
          </a:r>
          <a:r>
            <a:rPr lang="pt-BR" dirty="0"/>
            <a:t>)#int f0/0</a:t>
          </a:r>
        </a:p>
      </dgm:t>
    </dgm:pt>
    <dgm:pt modelId="{01CB9CCF-357A-406F-99B4-DB457F29E76F}" type="parTrans" cxnId="{A8F1BBB7-230B-4D8C-9D64-D670D554470D}">
      <dgm:prSet/>
      <dgm:spPr/>
      <dgm:t>
        <a:bodyPr/>
        <a:lstStyle/>
        <a:p>
          <a:endParaRPr lang="pt-BR"/>
        </a:p>
      </dgm:t>
    </dgm:pt>
    <dgm:pt modelId="{5F052551-B1CB-4114-B9E5-63025735F2B5}" type="sibTrans" cxnId="{A8F1BBB7-230B-4D8C-9D64-D670D554470D}">
      <dgm:prSet/>
      <dgm:spPr/>
      <dgm:t>
        <a:bodyPr/>
        <a:lstStyle/>
        <a:p>
          <a:endParaRPr lang="pt-BR"/>
        </a:p>
      </dgm:t>
    </dgm:pt>
    <dgm:pt modelId="{64675511-1DC0-48A7-BC8E-52470E2E0A79}">
      <dgm:prSet phldrT="[Texto]"/>
      <dgm:spPr/>
      <dgm:t>
        <a:bodyPr/>
        <a:lstStyle/>
        <a:p>
          <a:r>
            <a:rPr lang="pt-BR" dirty="0"/>
            <a:t>Entra no modo de configuração da interface interna</a:t>
          </a:r>
        </a:p>
      </dgm:t>
    </dgm:pt>
    <dgm:pt modelId="{6CD8B4C3-322F-402F-A1D3-1033D9CEA3F0}" type="parTrans" cxnId="{8E35C35B-833E-4EC0-980C-B9FAAB26DF7F}">
      <dgm:prSet/>
      <dgm:spPr/>
      <dgm:t>
        <a:bodyPr/>
        <a:lstStyle/>
        <a:p>
          <a:endParaRPr lang="pt-BR"/>
        </a:p>
      </dgm:t>
    </dgm:pt>
    <dgm:pt modelId="{042EE43F-1BFD-4D60-B73B-356E15694099}" type="sibTrans" cxnId="{8E35C35B-833E-4EC0-980C-B9FAAB26DF7F}">
      <dgm:prSet/>
      <dgm:spPr/>
      <dgm:t>
        <a:bodyPr/>
        <a:lstStyle/>
        <a:p>
          <a:endParaRPr lang="pt-BR"/>
        </a:p>
      </dgm:t>
    </dgm:pt>
    <dgm:pt modelId="{B1B4DE8E-A7B9-4660-8386-F9B7A539F5EE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config-if</a:t>
          </a:r>
          <a:r>
            <a:rPr lang="pt-BR" dirty="0"/>
            <a:t>)#ipv6 </a:t>
          </a:r>
          <a:r>
            <a:rPr lang="pt-BR" dirty="0" err="1"/>
            <a:t>address</a:t>
          </a:r>
          <a:r>
            <a:rPr lang="pt-BR" dirty="0"/>
            <a:t> 2001:ca02:1600:00d2:0000::/64 eui-64</a:t>
          </a:r>
        </a:p>
      </dgm:t>
    </dgm:pt>
    <dgm:pt modelId="{7D6CBCA7-8EFD-4A04-8998-77C86BB246A0}" type="parTrans" cxnId="{B6ABA44B-2CE9-461C-A787-0777EF12A166}">
      <dgm:prSet/>
      <dgm:spPr/>
      <dgm:t>
        <a:bodyPr/>
        <a:lstStyle/>
        <a:p>
          <a:endParaRPr lang="pt-BR"/>
        </a:p>
      </dgm:t>
    </dgm:pt>
    <dgm:pt modelId="{B52DDD21-80A5-4529-806D-A6A1B330A6A8}" type="sibTrans" cxnId="{B6ABA44B-2CE9-461C-A787-0777EF12A166}">
      <dgm:prSet/>
      <dgm:spPr/>
      <dgm:t>
        <a:bodyPr/>
        <a:lstStyle/>
        <a:p>
          <a:endParaRPr lang="pt-BR"/>
        </a:p>
      </dgm:t>
    </dgm:pt>
    <dgm:pt modelId="{F09F0B7C-B490-4775-85CD-C7CE5DF7B5A3}">
      <dgm:prSet phldrT="[Texto]"/>
      <dgm:spPr/>
      <dgm:t>
        <a:bodyPr/>
        <a:lstStyle/>
        <a:p>
          <a:r>
            <a:rPr lang="pt-BR" dirty="0"/>
            <a:t>O Endereço IPv6 global, só precisa ser inserido até sua Interface ID, o restante é calculado pelo Roteador</a:t>
          </a:r>
        </a:p>
      </dgm:t>
    </dgm:pt>
    <dgm:pt modelId="{12B17A4D-5D8C-4D74-917D-3A0BC1126239}" type="parTrans" cxnId="{55205CEE-093B-4BF3-A338-C6BCC7136F9E}">
      <dgm:prSet/>
      <dgm:spPr/>
      <dgm:t>
        <a:bodyPr/>
        <a:lstStyle/>
        <a:p>
          <a:endParaRPr lang="pt-BR"/>
        </a:p>
      </dgm:t>
    </dgm:pt>
    <dgm:pt modelId="{8301B755-402A-49DF-8A31-FD0DDBD575C4}" type="sibTrans" cxnId="{55205CEE-093B-4BF3-A338-C6BCC7136F9E}">
      <dgm:prSet/>
      <dgm:spPr/>
      <dgm:t>
        <a:bodyPr/>
        <a:lstStyle/>
        <a:p>
          <a:endParaRPr lang="pt-BR"/>
        </a:p>
      </dgm:t>
    </dgm:pt>
    <dgm:pt modelId="{632B259F-451F-4356-BCFD-4C83915FE5A1}">
      <dgm:prSet phldrT="[Texto]"/>
      <dgm:spPr/>
      <dgm:t>
        <a:bodyPr/>
        <a:lstStyle/>
        <a:p>
          <a:r>
            <a:rPr lang="pt-BR" dirty="0"/>
            <a:t>Realiza a configuração do Endereço IPv6 Global para </a:t>
          </a:r>
          <a:r>
            <a:rPr lang="pt-BR" dirty="0" err="1"/>
            <a:t>Unicast</a:t>
          </a:r>
          <a:r>
            <a:rPr lang="pt-BR" dirty="0"/>
            <a:t> </a:t>
          </a:r>
        </a:p>
      </dgm:t>
    </dgm:pt>
    <dgm:pt modelId="{0144003C-DC18-4ADB-BD88-196E18EB8D6E}" type="parTrans" cxnId="{1FBC8B4A-B64A-4C3D-B314-3C5AAC6D4D57}">
      <dgm:prSet/>
      <dgm:spPr/>
      <dgm:t>
        <a:bodyPr/>
        <a:lstStyle/>
        <a:p>
          <a:endParaRPr lang="pt-BR"/>
        </a:p>
      </dgm:t>
    </dgm:pt>
    <dgm:pt modelId="{7A63C7F5-3EC9-4532-8AD5-15422AC76F06}" type="sibTrans" cxnId="{1FBC8B4A-B64A-4C3D-B314-3C5AAC6D4D57}">
      <dgm:prSet/>
      <dgm:spPr/>
      <dgm:t>
        <a:bodyPr/>
        <a:lstStyle/>
        <a:p>
          <a:endParaRPr lang="pt-BR"/>
        </a:p>
      </dgm:t>
    </dgm:pt>
    <dgm:pt modelId="{340B163B-3882-46F4-AC04-4EC55995BD92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config-if</a:t>
          </a:r>
          <a:r>
            <a:rPr lang="pt-BR" dirty="0"/>
            <a:t>)#end</a:t>
          </a:r>
        </a:p>
      </dgm:t>
    </dgm:pt>
    <dgm:pt modelId="{BB49EBA7-2F47-42F0-A0C9-C3835DA87F88}" type="parTrans" cxnId="{9A010343-5909-46D8-BA66-26C9E3C83348}">
      <dgm:prSet/>
      <dgm:spPr/>
    </dgm:pt>
    <dgm:pt modelId="{431D321C-D6C2-479B-860C-965B47EF005A}" type="sibTrans" cxnId="{9A010343-5909-46D8-BA66-26C9E3C83348}">
      <dgm:prSet/>
      <dgm:spPr/>
    </dgm:pt>
    <dgm:pt modelId="{308777FF-3B59-4EDF-ADE3-6F7C2EAC3CC4}" type="pres">
      <dgm:prSet presAssocID="{AC95471E-554B-4692-AC3F-185EC9AA013D}" presName="linear" presStyleCnt="0">
        <dgm:presLayoutVars>
          <dgm:animLvl val="lvl"/>
          <dgm:resizeHandles val="exact"/>
        </dgm:presLayoutVars>
      </dgm:prSet>
      <dgm:spPr/>
    </dgm:pt>
    <dgm:pt modelId="{686B5B8C-79C2-43E3-A80F-A0837E258879}" type="pres">
      <dgm:prSet presAssocID="{1ACACF40-1D6C-4B7B-9C2F-EE85EEC6F35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5A01E5-CE47-4362-BD49-3E100798AECC}" type="pres">
      <dgm:prSet presAssocID="{1ACACF40-1D6C-4B7B-9C2F-EE85EEC6F354}" presName="childText" presStyleLbl="revTx" presStyleIdx="0" presStyleCnt="3">
        <dgm:presLayoutVars>
          <dgm:bulletEnabled val="1"/>
        </dgm:presLayoutVars>
      </dgm:prSet>
      <dgm:spPr/>
    </dgm:pt>
    <dgm:pt modelId="{C72D81FE-7280-4AA8-9C9D-F4B8FCDD40EA}" type="pres">
      <dgm:prSet presAssocID="{554DA84B-6643-436E-AE00-40E0F307CE6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00E7E05-1D73-496E-A061-4FC92BE7B553}" type="pres">
      <dgm:prSet presAssocID="{554DA84B-6643-436E-AE00-40E0F307CE63}" presName="childText" presStyleLbl="revTx" presStyleIdx="1" presStyleCnt="3">
        <dgm:presLayoutVars>
          <dgm:bulletEnabled val="1"/>
        </dgm:presLayoutVars>
      </dgm:prSet>
      <dgm:spPr/>
    </dgm:pt>
    <dgm:pt modelId="{F2D406B5-0899-48C4-86F6-3686D54C100B}" type="pres">
      <dgm:prSet presAssocID="{B1B4DE8E-A7B9-4660-8386-F9B7A539F5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952444-6A38-49D0-8FC5-BA8C729BB1F6}" type="pres">
      <dgm:prSet presAssocID="{B1B4DE8E-A7B9-4660-8386-F9B7A539F5EE}" presName="childText" presStyleLbl="revTx" presStyleIdx="2" presStyleCnt="3">
        <dgm:presLayoutVars>
          <dgm:bulletEnabled val="1"/>
        </dgm:presLayoutVars>
      </dgm:prSet>
      <dgm:spPr/>
    </dgm:pt>
    <dgm:pt modelId="{DC7CBDB8-3FB7-4D4E-AB16-8B6A95878EEA}" type="pres">
      <dgm:prSet presAssocID="{340B163B-3882-46F4-AC04-4EC55995BD9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0100408-2F13-4AF7-9526-1EE486727A42}" type="presOf" srcId="{632B259F-451F-4356-BCFD-4C83915FE5A1}" destId="{01952444-6A38-49D0-8FC5-BA8C729BB1F6}" srcOrd="0" destOrd="0" presId="urn:microsoft.com/office/officeart/2005/8/layout/vList2"/>
    <dgm:cxn modelId="{539B963B-B53C-4D52-9A2D-85C40C5974DB}" type="presOf" srcId="{64675511-1DC0-48A7-BC8E-52470E2E0A79}" destId="{700E7E05-1D73-496E-A061-4FC92BE7B553}" srcOrd="0" destOrd="0" presId="urn:microsoft.com/office/officeart/2005/8/layout/vList2"/>
    <dgm:cxn modelId="{8E35C35B-833E-4EC0-980C-B9FAAB26DF7F}" srcId="{554DA84B-6643-436E-AE00-40E0F307CE63}" destId="{64675511-1DC0-48A7-BC8E-52470E2E0A79}" srcOrd="0" destOrd="0" parTransId="{6CD8B4C3-322F-402F-A1D3-1033D9CEA3F0}" sibTransId="{042EE43F-1BFD-4D60-B73B-356E15694099}"/>
    <dgm:cxn modelId="{9A010343-5909-46D8-BA66-26C9E3C83348}" srcId="{AC95471E-554B-4692-AC3F-185EC9AA013D}" destId="{340B163B-3882-46F4-AC04-4EC55995BD92}" srcOrd="3" destOrd="0" parTransId="{BB49EBA7-2F47-42F0-A0C9-C3835DA87F88}" sibTransId="{431D321C-D6C2-479B-860C-965B47EF005A}"/>
    <dgm:cxn modelId="{1FBC8B4A-B64A-4C3D-B314-3C5AAC6D4D57}" srcId="{B1B4DE8E-A7B9-4660-8386-F9B7A539F5EE}" destId="{632B259F-451F-4356-BCFD-4C83915FE5A1}" srcOrd="0" destOrd="0" parTransId="{0144003C-DC18-4ADB-BD88-196E18EB8D6E}" sibTransId="{7A63C7F5-3EC9-4532-8AD5-15422AC76F06}"/>
    <dgm:cxn modelId="{7BA9154B-AA5F-40E4-98A0-02DC64756173}" type="presOf" srcId="{1ACACF40-1D6C-4B7B-9C2F-EE85EEC6F354}" destId="{686B5B8C-79C2-43E3-A80F-A0837E258879}" srcOrd="0" destOrd="0" presId="urn:microsoft.com/office/officeart/2005/8/layout/vList2"/>
    <dgm:cxn modelId="{B6ABA44B-2CE9-461C-A787-0777EF12A166}" srcId="{AC95471E-554B-4692-AC3F-185EC9AA013D}" destId="{B1B4DE8E-A7B9-4660-8386-F9B7A539F5EE}" srcOrd="2" destOrd="0" parTransId="{7D6CBCA7-8EFD-4A04-8998-77C86BB246A0}" sibTransId="{B52DDD21-80A5-4529-806D-A6A1B330A6A8}"/>
    <dgm:cxn modelId="{215F9F8E-CC71-44BC-B309-CA2E3DFE0776}" type="presOf" srcId="{B1B4DE8E-A7B9-4660-8386-F9B7A539F5EE}" destId="{F2D406B5-0899-48C4-86F6-3686D54C100B}" srcOrd="0" destOrd="0" presId="urn:microsoft.com/office/officeart/2005/8/layout/vList2"/>
    <dgm:cxn modelId="{1C4838B3-7427-403B-8824-B08F150D67AB}" srcId="{1ACACF40-1D6C-4B7B-9C2F-EE85EEC6F354}" destId="{D1768221-311C-4422-BFA9-7EED5E44DD6E}" srcOrd="0" destOrd="0" parTransId="{72CBB0C5-7379-42D4-9823-D2179769BF58}" sibTransId="{30629799-3098-4252-8427-FA657CE63F56}"/>
    <dgm:cxn modelId="{F84343B4-7CC9-4736-B23E-910D9147F174}" type="presOf" srcId="{AC95471E-554B-4692-AC3F-185EC9AA013D}" destId="{308777FF-3B59-4EDF-ADE3-6F7C2EAC3CC4}" srcOrd="0" destOrd="0" presId="urn:microsoft.com/office/officeart/2005/8/layout/vList2"/>
    <dgm:cxn modelId="{A8F1BBB7-230B-4D8C-9D64-D670D554470D}" srcId="{AC95471E-554B-4692-AC3F-185EC9AA013D}" destId="{554DA84B-6643-436E-AE00-40E0F307CE63}" srcOrd="1" destOrd="0" parTransId="{01CB9CCF-357A-406F-99B4-DB457F29E76F}" sibTransId="{5F052551-B1CB-4114-B9E5-63025735F2B5}"/>
    <dgm:cxn modelId="{903AEBBA-8B76-4EE3-9A8E-843D06923AE8}" type="presOf" srcId="{D1768221-311C-4422-BFA9-7EED5E44DD6E}" destId="{545A01E5-CE47-4362-BD49-3E100798AECC}" srcOrd="0" destOrd="0" presId="urn:microsoft.com/office/officeart/2005/8/layout/vList2"/>
    <dgm:cxn modelId="{1DD863BB-9ABD-4C5A-AE70-E6E8996E40D0}" type="presOf" srcId="{554DA84B-6643-436E-AE00-40E0F307CE63}" destId="{C72D81FE-7280-4AA8-9C9D-F4B8FCDD40EA}" srcOrd="0" destOrd="0" presId="urn:microsoft.com/office/officeart/2005/8/layout/vList2"/>
    <dgm:cxn modelId="{50A817CC-F09A-4988-978B-0F4C2FFBB761}" srcId="{AC95471E-554B-4692-AC3F-185EC9AA013D}" destId="{1ACACF40-1D6C-4B7B-9C2F-EE85EEC6F354}" srcOrd="0" destOrd="0" parTransId="{E64B6BE1-8A29-4347-B9A7-FDED006DA635}" sibTransId="{C3A46BA0-FB97-4EA1-BD25-20A10B4FC3DE}"/>
    <dgm:cxn modelId="{7D2609E6-A515-4C3C-A592-33E60869C6B9}" type="presOf" srcId="{F09F0B7C-B490-4775-85CD-C7CE5DF7B5A3}" destId="{01952444-6A38-49D0-8FC5-BA8C729BB1F6}" srcOrd="0" destOrd="1" presId="urn:microsoft.com/office/officeart/2005/8/layout/vList2"/>
    <dgm:cxn modelId="{55205CEE-093B-4BF3-A338-C6BCC7136F9E}" srcId="{B1B4DE8E-A7B9-4660-8386-F9B7A539F5EE}" destId="{F09F0B7C-B490-4775-85CD-C7CE5DF7B5A3}" srcOrd="1" destOrd="0" parTransId="{12B17A4D-5D8C-4D74-917D-3A0BC1126239}" sibTransId="{8301B755-402A-49DF-8A31-FD0DDBD575C4}"/>
    <dgm:cxn modelId="{692260F4-2D92-4300-98CD-4413722926C1}" type="presOf" srcId="{340B163B-3882-46F4-AC04-4EC55995BD92}" destId="{DC7CBDB8-3FB7-4D4E-AB16-8B6A95878EEA}" srcOrd="0" destOrd="0" presId="urn:microsoft.com/office/officeart/2005/8/layout/vList2"/>
    <dgm:cxn modelId="{3015F0E4-45B5-4CF0-BE07-45151080C4F4}" type="presParOf" srcId="{308777FF-3B59-4EDF-ADE3-6F7C2EAC3CC4}" destId="{686B5B8C-79C2-43E3-A80F-A0837E258879}" srcOrd="0" destOrd="0" presId="urn:microsoft.com/office/officeart/2005/8/layout/vList2"/>
    <dgm:cxn modelId="{E9177D02-00AB-4515-A53D-33A1E716E1EF}" type="presParOf" srcId="{308777FF-3B59-4EDF-ADE3-6F7C2EAC3CC4}" destId="{545A01E5-CE47-4362-BD49-3E100798AECC}" srcOrd="1" destOrd="0" presId="urn:microsoft.com/office/officeart/2005/8/layout/vList2"/>
    <dgm:cxn modelId="{303BF9D6-20D6-4E22-8410-0C1F735BD91B}" type="presParOf" srcId="{308777FF-3B59-4EDF-ADE3-6F7C2EAC3CC4}" destId="{C72D81FE-7280-4AA8-9C9D-F4B8FCDD40EA}" srcOrd="2" destOrd="0" presId="urn:microsoft.com/office/officeart/2005/8/layout/vList2"/>
    <dgm:cxn modelId="{7F2D21AB-B038-4487-90B8-BB09506CCA71}" type="presParOf" srcId="{308777FF-3B59-4EDF-ADE3-6F7C2EAC3CC4}" destId="{700E7E05-1D73-496E-A061-4FC92BE7B553}" srcOrd="3" destOrd="0" presId="urn:microsoft.com/office/officeart/2005/8/layout/vList2"/>
    <dgm:cxn modelId="{7F08CD18-0C44-47C7-8548-B411A39A62E7}" type="presParOf" srcId="{308777FF-3B59-4EDF-ADE3-6F7C2EAC3CC4}" destId="{F2D406B5-0899-48C4-86F6-3686D54C100B}" srcOrd="4" destOrd="0" presId="urn:microsoft.com/office/officeart/2005/8/layout/vList2"/>
    <dgm:cxn modelId="{E1A112AD-32CC-4821-9B9C-448B1200E101}" type="presParOf" srcId="{308777FF-3B59-4EDF-ADE3-6F7C2EAC3CC4}" destId="{01952444-6A38-49D0-8FC5-BA8C729BB1F6}" srcOrd="5" destOrd="0" presId="urn:microsoft.com/office/officeart/2005/8/layout/vList2"/>
    <dgm:cxn modelId="{A7B59E61-9E8E-42EB-BF16-8E4935C9C2E9}" type="presParOf" srcId="{308777FF-3B59-4EDF-ADE3-6F7C2EAC3CC4}" destId="{DC7CBDB8-3FB7-4D4E-AB16-8B6A95878E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5C224C-C347-405C-8BE9-6A7E034F969B}">
      <dsp:nvSpPr>
        <dsp:cNvPr id="0" name=""/>
        <dsp:cNvSpPr/>
      </dsp:nvSpPr>
      <dsp:spPr>
        <a:xfrm>
          <a:off x="0" y="78716"/>
          <a:ext cx="9751059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R1#config t</a:t>
          </a:r>
        </a:p>
      </dsp:txBody>
      <dsp:txXfrm>
        <a:off x="28100" y="106816"/>
        <a:ext cx="9694859" cy="519439"/>
      </dsp:txXfrm>
    </dsp:sp>
    <dsp:sp modelId="{0C4311F8-EC4C-4BE9-A5C4-F868A4123778}">
      <dsp:nvSpPr>
        <dsp:cNvPr id="0" name=""/>
        <dsp:cNvSpPr/>
      </dsp:nvSpPr>
      <dsp:spPr>
        <a:xfrm>
          <a:off x="0" y="654356"/>
          <a:ext cx="9751059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900" kern="1200" dirty="0"/>
            <a:t>Entra no modo de configuração do terminal.</a:t>
          </a:r>
        </a:p>
      </dsp:txBody>
      <dsp:txXfrm>
        <a:off x="0" y="654356"/>
        <a:ext cx="9751059" cy="397440"/>
      </dsp:txXfrm>
    </dsp:sp>
    <dsp:sp modelId="{B4BE911C-F32C-4974-9EE4-6680F268F476}">
      <dsp:nvSpPr>
        <dsp:cNvPr id="0" name=""/>
        <dsp:cNvSpPr/>
      </dsp:nvSpPr>
      <dsp:spPr>
        <a:xfrm>
          <a:off x="0" y="1051796"/>
          <a:ext cx="9751059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R1(</a:t>
          </a:r>
          <a:r>
            <a:rPr lang="pt-BR" sz="2400" kern="1200" dirty="0" err="1"/>
            <a:t>config</a:t>
          </a:r>
          <a:r>
            <a:rPr lang="pt-BR" sz="2400" kern="1200" dirty="0"/>
            <a:t>)#int e1/0</a:t>
          </a:r>
        </a:p>
      </dsp:txBody>
      <dsp:txXfrm>
        <a:off x="28100" y="1079896"/>
        <a:ext cx="9694859" cy="519439"/>
      </dsp:txXfrm>
    </dsp:sp>
    <dsp:sp modelId="{80F1054E-C07D-46F8-82CE-524DB1C229F4}">
      <dsp:nvSpPr>
        <dsp:cNvPr id="0" name=""/>
        <dsp:cNvSpPr/>
      </dsp:nvSpPr>
      <dsp:spPr>
        <a:xfrm>
          <a:off x="0" y="1627436"/>
          <a:ext cx="9751059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900" kern="1200" dirty="0"/>
            <a:t>Entra no modo de configuração da interface externa.</a:t>
          </a:r>
        </a:p>
      </dsp:txBody>
      <dsp:txXfrm>
        <a:off x="0" y="1627436"/>
        <a:ext cx="9751059" cy="397440"/>
      </dsp:txXfrm>
    </dsp:sp>
    <dsp:sp modelId="{3AC0C800-97CE-4813-8BD9-FD8556B9C6D3}">
      <dsp:nvSpPr>
        <dsp:cNvPr id="0" name=""/>
        <dsp:cNvSpPr/>
      </dsp:nvSpPr>
      <dsp:spPr>
        <a:xfrm>
          <a:off x="0" y="2024876"/>
          <a:ext cx="9751059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R1(</a:t>
          </a:r>
          <a:r>
            <a:rPr lang="pt-BR" sz="2400" kern="1200" dirty="0" err="1"/>
            <a:t>config-if</a:t>
          </a:r>
          <a:r>
            <a:rPr lang="pt-BR" sz="2400" kern="1200" dirty="0"/>
            <a:t>)#ip </a:t>
          </a:r>
          <a:r>
            <a:rPr lang="pt-BR" sz="2400" kern="1200" dirty="0" err="1"/>
            <a:t>address</a:t>
          </a:r>
          <a:r>
            <a:rPr lang="pt-BR" sz="2400" kern="1200" dirty="0"/>
            <a:t> </a:t>
          </a:r>
          <a:r>
            <a:rPr lang="pt-BR" sz="2400" kern="1200" dirty="0" err="1"/>
            <a:t>dhcp</a:t>
          </a:r>
          <a:endParaRPr lang="pt-BR" sz="2400" kern="1200" dirty="0"/>
        </a:p>
      </dsp:txBody>
      <dsp:txXfrm>
        <a:off x="28100" y="2052976"/>
        <a:ext cx="9694859" cy="519439"/>
      </dsp:txXfrm>
    </dsp:sp>
    <dsp:sp modelId="{4B185F3A-E854-4CD9-BB19-135E7C562A35}">
      <dsp:nvSpPr>
        <dsp:cNvPr id="0" name=""/>
        <dsp:cNvSpPr/>
      </dsp:nvSpPr>
      <dsp:spPr>
        <a:xfrm>
          <a:off x="0" y="2600516"/>
          <a:ext cx="9751059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900" kern="1200" dirty="0"/>
            <a:t>Configura o endereço de IP público para um DHCP, ou seja o roteador irá procurar um endereço público válido.</a:t>
          </a:r>
        </a:p>
      </dsp:txBody>
      <dsp:txXfrm>
        <a:off x="0" y="2600516"/>
        <a:ext cx="9751059" cy="596160"/>
      </dsp:txXfrm>
    </dsp:sp>
    <dsp:sp modelId="{ADDC7ECD-2A11-4BFB-AAC3-0ECBF1603C46}">
      <dsp:nvSpPr>
        <dsp:cNvPr id="0" name=""/>
        <dsp:cNvSpPr/>
      </dsp:nvSpPr>
      <dsp:spPr>
        <a:xfrm>
          <a:off x="0" y="3196676"/>
          <a:ext cx="9751059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R1(</a:t>
          </a:r>
          <a:r>
            <a:rPr lang="pt-BR" sz="2400" kern="1200" dirty="0" err="1"/>
            <a:t>config-if</a:t>
          </a:r>
          <a:r>
            <a:rPr lang="pt-BR" sz="2400" kern="1200" dirty="0"/>
            <a:t>)#no shutdown</a:t>
          </a:r>
        </a:p>
      </dsp:txBody>
      <dsp:txXfrm>
        <a:off x="28100" y="3224776"/>
        <a:ext cx="9694859" cy="519439"/>
      </dsp:txXfrm>
    </dsp:sp>
    <dsp:sp modelId="{10506420-927A-4514-88AE-7086EC7F7772}">
      <dsp:nvSpPr>
        <dsp:cNvPr id="0" name=""/>
        <dsp:cNvSpPr/>
      </dsp:nvSpPr>
      <dsp:spPr>
        <a:xfrm>
          <a:off x="0" y="3772315"/>
          <a:ext cx="9751059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900" kern="1200" dirty="0"/>
            <a:t>Habilita a interface para a operação</a:t>
          </a:r>
        </a:p>
      </dsp:txBody>
      <dsp:txXfrm>
        <a:off x="0" y="3772315"/>
        <a:ext cx="9751059" cy="3974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5C224C-C347-405C-8BE9-6A7E034F969B}">
      <dsp:nvSpPr>
        <dsp:cNvPr id="0" name=""/>
        <dsp:cNvSpPr/>
      </dsp:nvSpPr>
      <dsp:spPr>
        <a:xfrm>
          <a:off x="0" y="119345"/>
          <a:ext cx="975105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R1#config t</a:t>
          </a:r>
        </a:p>
      </dsp:txBody>
      <dsp:txXfrm>
        <a:off x="24588" y="143933"/>
        <a:ext cx="9701883" cy="454509"/>
      </dsp:txXfrm>
    </dsp:sp>
    <dsp:sp modelId="{0C4311F8-EC4C-4BE9-A5C4-F868A4123778}">
      <dsp:nvSpPr>
        <dsp:cNvPr id="0" name=""/>
        <dsp:cNvSpPr/>
      </dsp:nvSpPr>
      <dsp:spPr>
        <a:xfrm>
          <a:off x="0" y="623030"/>
          <a:ext cx="9751059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dirty="0"/>
            <a:t>Entra no modo de configuração do terminal.</a:t>
          </a:r>
        </a:p>
      </dsp:txBody>
      <dsp:txXfrm>
        <a:off x="0" y="623030"/>
        <a:ext cx="9751059" cy="347760"/>
      </dsp:txXfrm>
    </dsp:sp>
    <dsp:sp modelId="{7A774A7D-16BD-4AE3-A3C1-3035A4C5D7F9}">
      <dsp:nvSpPr>
        <dsp:cNvPr id="0" name=""/>
        <dsp:cNvSpPr/>
      </dsp:nvSpPr>
      <dsp:spPr>
        <a:xfrm>
          <a:off x="0" y="970790"/>
          <a:ext cx="975105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R1(</a:t>
          </a:r>
          <a:r>
            <a:rPr lang="pt-BR" sz="2100" kern="1200" dirty="0" err="1"/>
            <a:t>config</a:t>
          </a:r>
          <a:r>
            <a:rPr lang="pt-BR" sz="2100" kern="1200" dirty="0"/>
            <a:t>)#int [interface]</a:t>
          </a:r>
        </a:p>
      </dsp:txBody>
      <dsp:txXfrm>
        <a:off x="24588" y="995378"/>
        <a:ext cx="9701883" cy="454509"/>
      </dsp:txXfrm>
    </dsp:sp>
    <dsp:sp modelId="{4B94498E-08A3-4348-8157-044D7D288BA3}">
      <dsp:nvSpPr>
        <dsp:cNvPr id="0" name=""/>
        <dsp:cNvSpPr/>
      </dsp:nvSpPr>
      <dsp:spPr>
        <a:xfrm>
          <a:off x="0" y="1474475"/>
          <a:ext cx="9751059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dirty="0"/>
            <a:t>Interface desejada que irá usar a Access-</a:t>
          </a:r>
          <a:r>
            <a:rPr lang="pt-BR" sz="1600" kern="1200" dirty="0" err="1"/>
            <a:t>list</a:t>
          </a:r>
          <a:r>
            <a:rPr lang="pt-BR" sz="1600" kern="1200" dirty="0"/>
            <a:t>.</a:t>
          </a:r>
        </a:p>
      </dsp:txBody>
      <dsp:txXfrm>
        <a:off x="0" y="1474475"/>
        <a:ext cx="9751059" cy="347760"/>
      </dsp:txXfrm>
    </dsp:sp>
    <dsp:sp modelId="{B4BE911C-F32C-4974-9EE4-6680F268F476}">
      <dsp:nvSpPr>
        <dsp:cNvPr id="0" name=""/>
        <dsp:cNvSpPr/>
      </dsp:nvSpPr>
      <dsp:spPr>
        <a:xfrm>
          <a:off x="0" y="1822235"/>
          <a:ext cx="975105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R1(</a:t>
          </a:r>
          <a:r>
            <a:rPr lang="pt-BR" sz="2100" kern="1200" dirty="0" err="1"/>
            <a:t>config-if</a:t>
          </a:r>
          <a:r>
            <a:rPr lang="pt-BR" sz="2100" kern="1200" dirty="0"/>
            <a:t>)#access-list [nº da lista] [</a:t>
          </a:r>
          <a:r>
            <a:rPr lang="pt-BR" sz="2100" kern="1200" dirty="0" err="1"/>
            <a:t>permit</a:t>
          </a:r>
          <a:r>
            <a:rPr lang="pt-BR" sz="2100" kern="1200" dirty="0"/>
            <a:t>/</a:t>
          </a:r>
          <a:r>
            <a:rPr lang="pt-BR" sz="2100" kern="1200" dirty="0" err="1"/>
            <a:t>deny</a:t>
          </a:r>
          <a:r>
            <a:rPr lang="pt-BR" sz="2100" kern="1200" dirty="0"/>
            <a:t>] [End. da rede] [</a:t>
          </a:r>
          <a:r>
            <a:rPr lang="pt-BR" sz="2100" kern="1200" dirty="0" err="1"/>
            <a:t>Wildcard-Mask</a:t>
          </a:r>
          <a:r>
            <a:rPr lang="pt-BR" sz="2100" kern="1200" dirty="0"/>
            <a:t>]</a:t>
          </a:r>
        </a:p>
      </dsp:txBody>
      <dsp:txXfrm>
        <a:off x="24588" y="1846823"/>
        <a:ext cx="9701883" cy="454509"/>
      </dsp:txXfrm>
    </dsp:sp>
    <dsp:sp modelId="{80F1054E-C07D-46F8-82CE-524DB1C229F4}">
      <dsp:nvSpPr>
        <dsp:cNvPr id="0" name=""/>
        <dsp:cNvSpPr/>
      </dsp:nvSpPr>
      <dsp:spPr>
        <a:xfrm>
          <a:off x="0" y="2325920"/>
          <a:ext cx="9751059" cy="136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dirty="0"/>
            <a:t>Cria uma lista de acesso.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b="1" kern="1200" dirty="0"/>
            <a:t>Número da lista </a:t>
          </a:r>
          <a:r>
            <a:rPr lang="pt-BR" sz="1600" kern="1200" dirty="0"/>
            <a:t>é o identificador de nossa </a:t>
          </a:r>
          <a:r>
            <a:rPr lang="pt-BR" sz="1600" kern="1200" dirty="0" err="1"/>
            <a:t>access-list</a:t>
          </a:r>
          <a:r>
            <a:rPr lang="pt-BR" sz="1600" kern="1200" dirty="0"/>
            <a:t>, pode ser um número de 1 – 99. No nosso caso é 1.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b="1" kern="1200" dirty="0" err="1"/>
            <a:t>Permit</a:t>
          </a:r>
          <a:r>
            <a:rPr lang="pt-BR" sz="1600" b="1" kern="1200" dirty="0"/>
            <a:t>/</a:t>
          </a:r>
          <a:r>
            <a:rPr lang="pt-BR" sz="1600" b="1" kern="1200" dirty="0" err="1"/>
            <a:t>Deny</a:t>
          </a:r>
          <a:r>
            <a:rPr lang="pt-BR" sz="1600" b="1" kern="1200" dirty="0"/>
            <a:t> </a:t>
          </a:r>
          <a:r>
            <a:rPr lang="pt-BR" sz="1600" kern="1200" dirty="0"/>
            <a:t>trata-se de se queremos permitir ou não permitir esses endereços que possam ser utilizados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dirty="0"/>
            <a:t>O </a:t>
          </a:r>
          <a:r>
            <a:rPr lang="pt-BR" sz="1600" b="1" kern="1200" dirty="0"/>
            <a:t>Endereço da rede</a:t>
          </a:r>
          <a:r>
            <a:rPr lang="pt-BR" sz="1600" kern="1200" dirty="0"/>
            <a:t> se trata do Endereço da rede como um todo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b="1" kern="1200" dirty="0" err="1"/>
            <a:t>Wildcard-mask</a:t>
          </a:r>
          <a:r>
            <a:rPr lang="pt-BR" sz="1600" b="1" kern="1200" dirty="0"/>
            <a:t> </a:t>
          </a:r>
          <a:r>
            <a:rPr lang="pt-BR" sz="1600" b="0" kern="1200" dirty="0"/>
            <a:t>é a nossa máscara invertida</a:t>
          </a:r>
        </a:p>
      </dsp:txBody>
      <dsp:txXfrm>
        <a:off x="0" y="2325920"/>
        <a:ext cx="9751059" cy="1369305"/>
      </dsp:txXfrm>
    </dsp:sp>
    <dsp:sp modelId="{91B784C7-F190-427A-9DAD-0E3095690B7D}">
      <dsp:nvSpPr>
        <dsp:cNvPr id="0" name=""/>
        <dsp:cNvSpPr/>
      </dsp:nvSpPr>
      <dsp:spPr>
        <a:xfrm>
          <a:off x="0" y="3695225"/>
          <a:ext cx="975105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kern="1200" dirty="0"/>
            <a:t>R1(</a:t>
          </a:r>
          <a:r>
            <a:rPr lang="pt-BR" sz="2100" b="0" kern="1200" dirty="0" err="1"/>
            <a:t>config</a:t>
          </a:r>
          <a:r>
            <a:rPr lang="pt-BR" sz="2100" b="0" kern="1200" dirty="0"/>
            <a:t>)#end</a:t>
          </a:r>
        </a:p>
      </dsp:txBody>
      <dsp:txXfrm>
        <a:off x="24588" y="3719813"/>
        <a:ext cx="9701883" cy="4545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5C224C-C347-405C-8BE9-6A7E034F969B}">
      <dsp:nvSpPr>
        <dsp:cNvPr id="0" name=""/>
        <dsp:cNvSpPr/>
      </dsp:nvSpPr>
      <dsp:spPr>
        <a:xfrm>
          <a:off x="0" y="1160"/>
          <a:ext cx="975105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R1#config t</a:t>
          </a:r>
        </a:p>
      </dsp:txBody>
      <dsp:txXfrm>
        <a:off x="25759" y="26919"/>
        <a:ext cx="9699541" cy="476152"/>
      </dsp:txXfrm>
    </dsp:sp>
    <dsp:sp modelId="{0C4311F8-EC4C-4BE9-A5C4-F868A4123778}">
      <dsp:nvSpPr>
        <dsp:cNvPr id="0" name=""/>
        <dsp:cNvSpPr/>
      </dsp:nvSpPr>
      <dsp:spPr>
        <a:xfrm>
          <a:off x="0" y="528830"/>
          <a:ext cx="9751059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Entra no modo de configuração do terminal</a:t>
          </a:r>
        </a:p>
      </dsp:txBody>
      <dsp:txXfrm>
        <a:off x="0" y="528830"/>
        <a:ext cx="9751059" cy="364320"/>
      </dsp:txXfrm>
    </dsp:sp>
    <dsp:sp modelId="{B4BE911C-F32C-4974-9EE4-6680F268F476}">
      <dsp:nvSpPr>
        <dsp:cNvPr id="0" name=""/>
        <dsp:cNvSpPr/>
      </dsp:nvSpPr>
      <dsp:spPr>
        <a:xfrm>
          <a:off x="0" y="893150"/>
          <a:ext cx="975105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R1(</a:t>
          </a:r>
          <a:r>
            <a:rPr lang="pt-BR" sz="2200" kern="1200" dirty="0" err="1"/>
            <a:t>config</a:t>
          </a:r>
          <a:r>
            <a:rPr lang="pt-BR" sz="2200" kern="1200" dirty="0"/>
            <a:t>)#int f0/0</a:t>
          </a:r>
        </a:p>
      </dsp:txBody>
      <dsp:txXfrm>
        <a:off x="25759" y="918909"/>
        <a:ext cx="9699541" cy="476152"/>
      </dsp:txXfrm>
    </dsp:sp>
    <dsp:sp modelId="{80F1054E-C07D-46F8-82CE-524DB1C229F4}">
      <dsp:nvSpPr>
        <dsp:cNvPr id="0" name=""/>
        <dsp:cNvSpPr/>
      </dsp:nvSpPr>
      <dsp:spPr>
        <a:xfrm>
          <a:off x="0" y="1420821"/>
          <a:ext cx="9751059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Entra na configuração da interface interna</a:t>
          </a:r>
        </a:p>
      </dsp:txBody>
      <dsp:txXfrm>
        <a:off x="0" y="1420821"/>
        <a:ext cx="9751059" cy="364320"/>
      </dsp:txXfrm>
    </dsp:sp>
    <dsp:sp modelId="{E5689AA2-CAFB-4CE1-BBF4-4D8B91D3D8D5}">
      <dsp:nvSpPr>
        <dsp:cNvPr id="0" name=""/>
        <dsp:cNvSpPr/>
      </dsp:nvSpPr>
      <dsp:spPr>
        <a:xfrm>
          <a:off x="0" y="1785141"/>
          <a:ext cx="975105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R1(</a:t>
          </a:r>
          <a:r>
            <a:rPr lang="pt-BR" sz="2200" kern="1200" dirty="0" err="1"/>
            <a:t>config-if</a:t>
          </a:r>
          <a:r>
            <a:rPr lang="pt-BR" sz="2200" kern="1200" dirty="0"/>
            <a:t>)#ip </a:t>
          </a:r>
          <a:r>
            <a:rPr lang="pt-BR" sz="2200" kern="1200" dirty="0" err="1"/>
            <a:t>nat</a:t>
          </a:r>
          <a:r>
            <a:rPr lang="pt-BR" sz="2200" kern="1200" dirty="0"/>
            <a:t> </a:t>
          </a:r>
          <a:r>
            <a:rPr lang="pt-BR" sz="2200" kern="1200" dirty="0" err="1"/>
            <a:t>inside</a:t>
          </a:r>
          <a:endParaRPr lang="pt-BR" sz="2200" kern="1200" dirty="0"/>
        </a:p>
      </dsp:txBody>
      <dsp:txXfrm>
        <a:off x="25759" y="1810900"/>
        <a:ext cx="9699541" cy="476152"/>
      </dsp:txXfrm>
    </dsp:sp>
    <dsp:sp modelId="{7BB9E9C3-FDD9-4E19-8BBA-C1BFC64FD776}">
      <dsp:nvSpPr>
        <dsp:cNvPr id="0" name=""/>
        <dsp:cNvSpPr/>
      </dsp:nvSpPr>
      <dsp:spPr>
        <a:xfrm>
          <a:off x="0" y="2312811"/>
          <a:ext cx="9751059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Configura a interface como interna</a:t>
          </a:r>
        </a:p>
      </dsp:txBody>
      <dsp:txXfrm>
        <a:off x="0" y="2312811"/>
        <a:ext cx="9751059" cy="364320"/>
      </dsp:txXfrm>
    </dsp:sp>
    <dsp:sp modelId="{4D0C8989-CDBD-4CDA-BFEB-954ECF0828E7}">
      <dsp:nvSpPr>
        <dsp:cNvPr id="0" name=""/>
        <dsp:cNvSpPr/>
      </dsp:nvSpPr>
      <dsp:spPr>
        <a:xfrm>
          <a:off x="0" y="2677131"/>
          <a:ext cx="975105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R1(</a:t>
          </a:r>
          <a:r>
            <a:rPr lang="pt-BR" sz="2200" kern="1200" dirty="0" err="1"/>
            <a:t>config</a:t>
          </a:r>
          <a:r>
            <a:rPr lang="pt-BR" sz="2200" kern="1200" dirty="0"/>
            <a:t>)#int e1/0</a:t>
          </a:r>
        </a:p>
      </dsp:txBody>
      <dsp:txXfrm>
        <a:off x="25759" y="2702890"/>
        <a:ext cx="9699541" cy="476152"/>
      </dsp:txXfrm>
    </dsp:sp>
    <dsp:sp modelId="{9E2461A0-F77F-403B-A20E-8F6FB71199F7}">
      <dsp:nvSpPr>
        <dsp:cNvPr id="0" name=""/>
        <dsp:cNvSpPr/>
      </dsp:nvSpPr>
      <dsp:spPr>
        <a:xfrm>
          <a:off x="0" y="3204801"/>
          <a:ext cx="9751059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Entra na configuração da interface externa</a:t>
          </a:r>
        </a:p>
      </dsp:txBody>
      <dsp:txXfrm>
        <a:off x="0" y="3204801"/>
        <a:ext cx="9751059" cy="364320"/>
      </dsp:txXfrm>
    </dsp:sp>
    <dsp:sp modelId="{B30ACBAA-3635-4A88-959A-6E1F33A4C27A}">
      <dsp:nvSpPr>
        <dsp:cNvPr id="0" name=""/>
        <dsp:cNvSpPr/>
      </dsp:nvSpPr>
      <dsp:spPr>
        <a:xfrm>
          <a:off x="0" y="3569121"/>
          <a:ext cx="975105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R1(</a:t>
          </a:r>
          <a:r>
            <a:rPr lang="pt-BR" sz="2200" kern="1200" dirty="0" err="1"/>
            <a:t>config-if</a:t>
          </a:r>
          <a:r>
            <a:rPr lang="pt-BR" sz="2200" kern="1200" dirty="0"/>
            <a:t>)#ip </a:t>
          </a:r>
          <a:r>
            <a:rPr lang="pt-BR" sz="2200" kern="1200" dirty="0" err="1"/>
            <a:t>nat</a:t>
          </a:r>
          <a:r>
            <a:rPr lang="pt-BR" sz="2200" kern="1200" dirty="0"/>
            <a:t> </a:t>
          </a:r>
          <a:r>
            <a:rPr lang="pt-BR" sz="2200" kern="1200" dirty="0" err="1"/>
            <a:t>outside</a:t>
          </a:r>
          <a:endParaRPr lang="pt-BR" sz="2200" kern="1200" dirty="0"/>
        </a:p>
      </dsp:txBody>
      <dsp:txXfrm>
        <a:off x="25759" y="3594880"/>
        <a:ext cx="9699541" cy="476152"/>
      </dsp:txXfrm>
    </dsp:sp>
    <dsp:sp modelId="{676604C2-4A5B-43C4-891B-07D909612364}">
      <dsp:nvSpPr>
        <dsp:cNvPr id="0" name=""/>
        <dsp:cNvSpPr/>
      </dsp:nvSpPr>
      <dsp:spPr>
        <a:xfrm>
          <a:off x="0" y="4096791"/>
          <a:ext cx="9751059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Configura a interface como externa</a:t>
          </a:r>
        </a:p>
      </dsp:txBody>
      <dsp:txXfrm>
        <a:off x="0" y="4096791"/>
        <a:ext cx="9751059" cy="3643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5C224C-C347-405C-8BE9-6A7E034F969B}">
      <dsp:nvSpPr>
        <dsp:cNvPr id="0" name=""/>
        <dsp:cNvSpPr/>
      </dsp:nvSpPr>
      <dsp:spPr>
        <a:xfrm>
          <a:off x="0" y="125636"/>
          <a:ext cx="10360025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R1(</a:t>
          </a:r>
          <a:r>
            <a:rPr lang="pt-BR" sz="2700" kern="1200" dirty="0" err="1"/>
            <a:t>config-if</a:t>
          </a:r>
          <a:r>
            <a:rPr lang="pt-BR" sz="2700" kern="1200" dirty="0"/>
            <a:t>)#access-list 1 </a:t>
          </a:r>
          <a:r>
            <a:rPr lang="pt-BR" sz="2700" kern="1200" dirty="0" err="1"/>
            <a:t>permit</a:t>
          </a:r>
          <a:r>
            <a:rPr lang="pt-BR" sz="2700" kern="1200" dirty="0"/>
            <a:t> [End. IP da rede] [</a:t>
          </a:r>
          <a:r>
            <a:rPr lang="pt-BR" sz="2700" kern="1200" dirty="0" err="1"/>
            <a:t>Wildcard-Mask</a:t>
          </a:r>
          <a:r>
            <a:rPr lang="pt-BR" sz="2700" kern="1200" dirty="0"/>
            <a:t>]</a:t>
          </a:r>
        </a:p>
      </dsp:txBody>
      <dsp:txXfrm>
        <a:off x="31613" y="157249"/>
        <a:ext cx="10296799" cy="584369"/>
      </dsp:txXfrm>
    </dsp:sp>
    <dsp:sp modelId="{0C4311F8-EC4C-4BE9-A5C4-F868A4123778}">
      <dsp:nvSpPr>
        <dsp:cNvPr id="0" name=""/>
        <dsp:cNvSpPr/>
      </dsp:nvSpPr>
      <dsp:spPr>
        <a:xfrm>
          <a:off x="0" y="773231"/>
          <a:ext cx="10360025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93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100" kern="1200" dirty="0"/>
            <a:t>Configura a lista de acesso na interface externa</a:t>
          </a:r>
        </a:p>
      </dsp:txBody>
      <dsp:txXfrm>
        <a:off x="0" y="773231"/>
        <a:ext cx="10360025" cy="447120"/>
      </dsp:txXfrm>
    </dsp:sp>
    <dsp:sp modelId="{6F498CBA-640B-44B2-B43F-1BBBBFED7E61}">
      <dsp:nvSpPr>
        <dsp:cNvPr id="0" name=""/>
        <dsp:cNvSpPr/>
      </dsp:nvSpPr>
      <dsp:spPr>
        <a:xfrm>
          <a:off x="0" y="1220351"/>
          <a:ext cx="10360025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R1(</a:t>
          </a:r>
          <a:r>
            <a:rPr lang="pt-BR" sz="2700" kern="1200" dirty="0" err="1"/>
            <a:t>config-if</a:t>
          </a:r>
          <a:r>
            <a:rPr lang="pt-BR" sz="2700" kern="1200" dirty="0"/>
            <a:t>)#exit</a:t>
          </a:r>
        </a:p>
      </dsp:txBody>
      <dsp:txXfrm>
        <a:off x="31613" y="1251964"/>
        <a:ext cx="10296799" cy="584369"/>
      </dsp:txXfrm>
    </dsp:sp>
    <dsp:sp modelId="{B07F0660-5620-4B46-A0A0-A2080AFCDE55}">
      <dsp:nvSpPr>
        <dsp:cNvPr id="0" name=""/>
        <dsp:cNvSpPr/>
      </dsp:nvSpPr>
      <dsp:spPr>
        <a:xfrm>
          <a:off x="0" y="1867946"/>
          <a:ext cx="10360025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93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100" kern="1200" dirty="0"/>
            <a:t>Volta para a configuração do  terminal</a:t>
          </a:r>
        </a:p>
      </dsp:txBody>
      <dsp:txXfrm>
        <a:off x="0" y="1867946"/>
        <a:ext cx="10360025" cy="447120"/>
      </dsp:txXfrm>
    </dsp:sp>
    <dsp:sp modelId="{8722025E-CF8C-4122-9994-5C2EEAD60772}">
      <dsp:nvSpPr>
        <dsp:cNvPr id="0" name=""/>
        <dsp:cNvSpPr/>
      </dsp:nvSpPr>
      <dsp:spPr>
        <a:xfrm>
          <a:off x="0" y="2315066"/>
          <a:ext cx="10360025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R1(</a:t>
          </a:r>
          <a:r>
            <a:rPr lang="pt-BR" sz="2700" kern="1200" dirty="0" err="1"/>
            <a:t>config</a:t>
          </a:r>
          <a:r>
            <a:rPr lang="pt-BR" sz="2700" kern="1200" dirty="0"/>
            <a:t>)#ip </a:t>
          </a:r>
          <a:r>
            <a:rPr lang="pt-BR" sz="2700" kern="1200" dirty="0" err="1"/>
            <a:t>nat</a:t>
          </a:r>
          <a:r>
            <a:rPr lang="pt-BR" sz="2700" kern="1200" dirty="0"/>
            <a:t> </a:t>
          </a:r>
          <a:r>
            <a:rPr lang="pt-BR" sz="2700" kern="1200" dirty="0" err="1"/>
            <a:t>inside</a:t>
          </a:r>
          <a:r>
            <a:rPr lang="pt-BR" sz="2700" kern="1200" dirty="0"/>
            <a:t> </a:t>
          </a:r>
          <a:r>
            <a:rPr lang="pt-BR" sz="2700" kern="1200" dirty="0" err="1"/>
            <a:t>source</a:t>
          </a:r>
          <a:r>
            <a:rPr lang="pt-BR" sz="2700" kern="1200" dirty="0"/>
            <a:t> </a:t>
          </a:r>
          <a:r>
            <a:rPr lang="pt-BR" sz="2700" kern="1200" dirty="0" err="1"/>
            <a:t>list</a:t>
          </a:r>
          <a:r>
            <a:rPr lang="pt-BR" sz="2700" kern="1200" dirty="0"/>
            <a:t> 1 interface e1/0 </a:t>
          </a:r>
          <a:r>
            <a:rPr lang="pt-BR" sz="2700" kern="1200" dirty="0" err="1"/>
            <a:t>overload</a:t>
          </a:r>
          <a:endParaRPr lang="pt-BR" sz="2700" kern="1200" dirty="0"/>
        </a:p>
      </dsp:txBody>
      <dsp:txXfrm>
        <a:off x="31613" y="2346679"/>
        <a:ext cx="10296799" cy="584369"/>
      </dsp:txXfrm>
    </dsp:sp>
    <dsp:sp modelId="{F8725D2D-88B3-4D63-88F1-CBD9AE5DB071}">
      <dsp:nvSpPr>
        <dsp:cNvPr id="0" name=""/>
        <dsp:cNvSpPr/>
      </dsp:nvSpPr>
      <dsp:spPr>
        <a:xfrm>
          <a:off x="0" y="2962661"/>
          <a:ext cx="10360025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93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100" kern="1200" dirty="0"/>
            <a:t>Configura a tabela NAT de acordo com os endereços permitidos pela lista de acesso 1;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100" kern="1200" dirty="0"/>
            <a:t>Configura a interface e1/0 a utilizar o NAT do tipo </a:t>
          </a:r>
          <a:r>
            <a:rPr lang="pt-BR" sz="2100" kern="1200" dirty="0" err="1"/>
            <a:t>overload</a:t>
          </a:r>
          <a:r>
            <a:rPr lang="pt-BR" sz="2100" kern="1200" dirty="0"/>
            <a:t> (PAT).</a:t>
          </a:r>
        </a:p>
      </dsp:txBody>
      <dsp:txXfrm>
        <a:off x="0" y="2962661"/>
        <a:ext cx="10360025" cy="726570"/>
      </dsp:txXfrm>
    </dsp:sp>
    <dsp:sp modelId="{C01D22AD-D4A5-4E05-8F39-AACBCA9D8E22}">
      <dsp:nvSpPr>
        <dsp:cNvPr id="0" name=""/>
        <dsp:cNvSpPr/>
      </dsp:nvSpPr>
      <dsp:spPr>
        <a:xfrm>
          <a:off x="0" y="3689231"/>
          <a:ext cx="10360025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R1(</a:t>
          </a:r>
          <a:r>
            <a:rPr lang="pt-BR" sz="2700" kern="1200" dirty="0" err="1"/>
            <a:t>config</a:t>
          </a:r>
          <a:r>
            <a:rPr lang="pt-BR" sz="2700" kern="1200" dirty="0"/>
            <a:t>)#end</a:t>
          </a:r>
        </a:p>
      </dsp:txBody>
      <dsp:txXfrm>
        <a:off x="31613" y="3720844"/>
        <a:ext cx="10296799" cy="5843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6B5B8C-79C2-43E3-A80F-A0837E258879}">
      <dsp:nvSpPr>
        <dsp:cNvPr id="0" name=""/>
        <dsp:cNvSpPr/>
      </dsp:nvSpPr>
      <dsp:spPr>
        <a:xfrm>
          <a:off x="0" y="29548"/>
          <a:ext cx="9751059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 dirty="0"/>
            <a:t>R1#config t</a:t>
          </a:r>
        </a:p>
      </dsp:txBody>
      <dsp:txXfrm>
        <a:off x="38638" y="68186"/>
        <a:ext cx="9673783" cy="714229"/>
      </dsp:txXfrm>
    </dsp:sp>
    <dsp:sp modelId="{545A01E5-CE47-4362-BD49-3E100798AECC}">
      <dsp:nvSpPr>
        <dsp:cNvPr id="0" name=""/>
        <dsp:cNvSpPr/>
      </dsp:nvSpPr>
      <dsp:spPr>
        <a:xfrm>
          <a:off x="0" y="821053"/>
          <a:ext cx="9751059" cy="5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600" kern="1200" dirty="0"/>
            <a:t>Entra no modo de configuração do terminal</a:t>
          </a:r>
        </a:p>
      </dsp:txBody>
      <dsp:txXfrm>
        <a:off x="0" y="821053"/>
        <a:ext cx="9751059" cy="546480"/>
      </dsp:txXfrm>
    </dsp:sp>
    <dsp:sp modelId="{C72D81FE-7280-4AA8-9C9D-F4B8FCDD40EA}">
      <dsp:nvSpPr>
        <dsp:cNvPr id="0" name=""/>
        <dsp:cNvSpPr/>
      </dsp:nvSpPr>
      <dsp:spPr>
        <a:xfrm>
          <a:off x="0" y="1367534"/>
          <a:ext cx="9751059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 dirty="0"/>
            <a:t>R1#ipv6 </a:t>
          </a:r>
          <a:r>
            <a:rPr lang="pt-BR" sz="3300" kern="1200" dirty="0" err="1"/>
            <a:t>unicast-routing</a:t>
          </a:r>
          <a:endParaRPr lang="pt-BR" sz="3300" kern="1200" dirty="0"/>
        </a:p>
      </dsp:txBody>
      <dsp:txXfrm>
        <a:off x="38638" y="1406172"/>
        <a:ext cx="9673783" cy="714229"/>
      </dsp:txXfrm>
    </dsp:sp>
    <dsp:sp modelId="{700E7E05-1D73-496E-A061-4FC92BE7B553}">
      <dsp:nvSpPr>
        <dsp:cNvPr id="0" name=""/>
        <dsp:cNvSpPr/>
      </dsp:nvSpPr>
      <dsp:spPr>
        <a:xfrm>
          <a:off x="0" y="2159039"/>
          <a:ext cx="9751059" cy="5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600" kern="1200" dirty="0"/>
            <a:t>Habilita Endereços IPv6 para Roteamento </a:t>
          </a:r>
          <a:r>
            <a:rPr lang="pt-BR" sz="2600" b="1" kern="1200" dirty="0" err="1"/>
            <a:t>Unicast</a:t>
          </a:r>
          <a:r>
            <a:rPr lang="pt-BR" sz="2600" kern="1200" dirty="0"/>
            <a:t> </a:t>
          </a:r>
        </a:p>
      </dsp:txBody>
      <dsp:txXfrm>
        <a:off x="0" y="2159039"/>
        <a:ext cx="9751059" cy="5464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6B5B8C-79C2-43E3-A80F-A0837E258879}">
      <dsp:nvSpPr>
        <dsp:cNvPr id="0" name=""/>
        <dsp:cNvSpPr/>
      </dsp:nvSpPr>
      <dsp:spPr>
        <a:xfrm>
          <a:off x="0" y="59319"/>
          <a:ext cx="975105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R1#config t</a:t>
          </a:r>
        </a:p>
      </dsp:txBody>
      <dsp:txXfrm>
        <a:off x="24588" y="83907"/>
        <a:ext cx="9701883" cy="454509"/>
      </dsp:txXfrm>
    </dsp:sp>
    <dsp:sp modelId="{545A01E5-CE47-4362-BD49-3E100798AECC}">
      <dsp:nvSpPr>
        <dsp:cNvPr id="0" name=""/>
        <dsp:cNvSpPr/>
      </dsp:nvSpPr>
      <dsp:spPr>
        <a:xfrm>
          <a:off x="0" y="563004"/>
          <a:ext cx="9751059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dirty="0"/>
            <a:t>Entra no modo de configuração do terminal</a:t>
          </a:r>
        </a:p>
      </dsp:txBody>
      <dsp:txXfrm>
        <a:off x="0" y="563004"/>
        <a:ext cx="9751059" cy="347760"/>
      </dsp:txXfrm>
    </dsp:sp>
    <dsp:sp modelId="{C72D81FE-7280-4AA8-9C9D-F4B8FCDD40EA}">
      <dsp:nvSpPr>
        <dsp:cNvPr id="0" name=""/>
        <dsp:cNvSpPr/>
      </dsp:nvSpPr>
      <dsp:spPr>
        <a:xfrm>
          <a:off x="0" y="910764"/>
          <a:ext cx="975105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R1(</a:t>
          </a:r>
          <a:r>
            <a:rPr lang="pt-BR" sz="2100" kern="1200" dirty="0" err="1"/>
            <a:t>config</a:t>
          </a:r>
          <a:r>
            <a:rPr lang="pt-BR" sz="2100" kern="1200" dirty="0"/>
            <a:t>)#int f0/0</a:t>
          </a:r>
        </a:p>
      </dsp:txBody>
      <dsp:txXfrm>
        <a:off x="24588" y="935352"/>
        <a:ext cx="9701883" cy="454509"/>
      </dsp:txXfrm>
    </dsp:sp>
    <dsp:sp modelId="{700E7E05-1D73-496E-A061-4FC92BE7B553}">
      <dsp:nvSpPr>
        <dsp:cNvPr id="0" name=""/>
        <dsp:cNvSpPr/>
      </dsp:nvSpPr>
      <dsp:spPr>
        <a:xfrm>
          <a:off x="0" y="1414449"/>
          <a:ext cx="9751059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dirty="0"/>
            <a:t>Entra no modo de configuração da interface interna</a:t>
          </a:r>
        </a:p>
      </dsp:txBody>
      <dsp:txXfrm>
        <a:off x="0" y="1414449"/>
        <a:ext cx="9751059" cy="347760"/>
      </dsp:txXfrm>
    </dsp:sp>
    <dsp:sp modelId="{F2D406B5-0899-48C4-86F6-3686D54C100B}">
      <dsp:nvSpPr>
        <dsp:cNvPr id="0" name=""/>
        <dsp:cNvSpPr/>
      </dsp:nvSpPr>
      <dsp:spPr>
        <a:xfrm>
          <a:off x="0" y="1762209"/>
          <a:ext cx="975105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R1(</a:t>
          </a:r>
          <a:r>
            <a:rPr lang="pt-BR" sz="2100" kern="1200" dirty="0" err="1"/>
            <a:t>config-if</a:t>
          </a:r>
          <a:r>
            <a:rPr lang="pt-BR" sz="2100" kern="1200" dirty="0"/>
            <a:t>)#ipv6 </a:t>
          </a:r>
          <a:r>
            <a:rPr lang="pt-BR" sz="2100" kern="1200" dirty="0" err="1"/>
            <a:t>address</a:t>
          </a:r>
          <a:r>
            <a:rPr lang="pt-BR" sz="2100" kern="1200" dirty="0"/>
            <a:t> 2001:ca02:1600:00d2:0000::/64 eui-64</a:t>
          </a:r>
        </a:p>
      </dsp:txBody>
      <dsp:txXfrm>
        <a:off x="24588" y="1786797"/>
        <a:ext cx="9701883" cy="454509"/>
      </dsp:txXfrm>
    </dsp:sp>
    <dsp:sp modelId="{01952444-6A38-49D0-8FC5-BA8C729BB1F6}">
      <dsp:nvSpPr>
        <dsp:cNvPr id="0" name=""/>
        <dsp:cNvSpPr/>
      </dsp:nvSpPr>
      <dsp:spPr>
        <a:xfrm>
          <a:off x="0" y="2265894"/>
          <a:ext cx="975105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596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dirty="0"/>
            <a:t>Realiza a configuração do Endereço IPv6 Global para </a:t>
          </a:r>
          <a:r>
            <a:rPr lang="pt-BR" sz="1600" kern="1200" dirty="0" err="1"/>
            <a:t>Unicast</a:t>
          </a:r>
          <a:r>
            <a:rPr lang="pt-BR" sz="1600" kern="1200" dirty="0"/>
            <a:t>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dirty="0"/>
            <a:t>O Endereço IPv6 global, só precisa ser inserido até sua Interface ID, o restante é calculado pelo Roteador</a:t>
          </a:r>
        </a:p>
      </dsp:txBody>
      <dsp:txXfrm>
        <a:off x="0" y="2265894"/>
        <a:ext cx="9751059" cy="554242"/>
      </dsp:txXfrm>
    </dsp:sp>
    <dsp:sp modelId="{DC7CBDB8-3FB7-4D4E-AB16-8B6A95878EEA}">
      <dsp:nvSpPr>
        <dsp:cNvPr id="0" name=""/>
        <dsp:cNvSpPr/>
      </dsp:nvSpPr>
      <dsp:spPr>
        <a:xfrm>
          <a:off x="0" y="2820136"/>
          <a:ext cx="9751059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R1(</a:t>
          </a:r>
          <a:r>
            <a:rPr lang="pt-BR" sz="2100" kern="1200" dirty="0" err="1"/>
            <a:t>config-if</a:t>
          </a:r>
          <a:r>
            <a:rPr lang="pt-BR" sz="2100" kern="1200" dirty="0"/>
            <a:t>)#end</a:t>
          </a:r>
        </a:p>
      </dsp:txBody>
      <dsp:txXfrm>
        <a:off x="24588" y="2844724"/>
        <a:ext cx="9701883" cy="4545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slide" Target="slide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slide" Target="slide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study-ccna.com/ipv6-interface-identifier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3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/>
              <a:t>Grupo SIM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/>
              <a:t>Módulo II </a:t>
            </a:r>
            <a:r>
              <a:rPr lang="pt-BR" dirty="0"/>
              <a:t>–</a:t>
            </a:r>
            <a:r>
              <a:rPr lang="pt-br" dirty="0"/>
              <a:t> Projeto </a:t>
            </a:r>
            <a:r>
              <a:rPr lang="pt-BR" dirty="0"/>
              <a:t>😉👍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Módulo II</a:t>
            </a:r>
            <a:endParaRPr lang="en-US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Tradução de Endereços de Rede (NAT)</a:t>
            </a:r>
          </a:p>
          <a:p>
            <a:r>
              <a:rPr lang="pt-BR" dirty="0"/>
              <a:t>Endereços IPv6</a:t>
            </a:r>
          </a:p>
          <a:p>
            <a:pPr lvl="1"/>
            <a:r>
              <a:rPr lang="pt-BR" dirty="0"/>
              <a:t>Padrão IPv6</a:t>
            </a:r>
          </a:p>
          <a:p>
            <a:pPr lvl="1"/>
            <a:r>
              <a:rPr lang="pt-BR" dirty="0"/>
              <a:t>Redes </a:t>
            </a:r>
          </a:p>
          <a:p>
            <a:pPr lvl="1"/>
            <a:r>
              <a:rPr lang="pt-BR" dirty="0"/>
              <a:t>Implantação</a:t>
            </a:r>
          </a:p>
          <a:p>
            <a:pPr rtl="0"/>
            <a:r>
              <a:rPr lang="pt-BR" dirty="0"/>
              <a:t>Aplicação ao projeto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94240-AC7B-4E9E-A609-5D51DBE5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 II - Sumário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Zoom do Resumo 4">
                <a:extLst>
                  <a:ext uri="{FF2B5EF4-FFF2-40B4-BE49-F238E27FC236}">
                    <a16:creationId xmlns:a16="http://schemas.microsoft.com/office/drawing/2014/main" id="{8A17D005-E30C-4CF6-B653-176D246CBC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16853629"/>
                  </p:ext>
                </p:extLst>
              </p:nvPr>
            </p:nvGraphicFramePr>
            <p:xfrm>
              <a:off x="693812" y="1557288"/>
              <a:ext cx="10801199" cy="3743423"/>
            </p:xfrm>
            <a:graphic>
              <a:graphicData uri="http://schemas.microsoft.com/office/powerpoint/2016/summaryzoom">
                <psuz:summaryZm>
                  <psuz:summaryZmObj sectionId="{26580E0F-47C0-4CA3-AFFE-B92FF83A4FF5}">
                    <psuz:zmPr id="{19F2391E-77E7-4647-836D-689BC181EA1B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18516" y="960123"/>
                          <a:ext cx="3240359" cy="18231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E3B43A3-E001-48A6-843F-AF62DEACC6AF}">
                    <psuz:zmPr id="{362A058B-AF45-44F6-A4B2-2F4639D9CA19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780420" y="960123"/>
                          <a:ext cx="3240359" cy="18231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700C1E57-1474-4861-A512-EA4D57B79372}">
                    <psuz:zmPr id="{E5B6AE94-80E9-4E02-8CD2-150A8A184701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142324" y="960123"/>
                          <a:ext cx="3240359" cy="18231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Zoom do Resumo 4">
                <a:extLst>
                  <a:ext uri="{FF2B5EF4-FFF2-40B4-BE49-F238E27FC236}">
                    <a16:creationId xmlns:a16="http://schemas.microsoft.com/office/drawing/2014/main" id="{8A17D005-E30C-4CF6-B653-176D246CBC89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693812" y="1557288"/>
                <a:ext cx="10801199" cy="3743423"/>
                <a:chOff x="693812" y="1557288"/>
                <a:chExt cx="10801199" cy="3743423"/>
              </a:xfrm>
            </p:grpSpPr>
            <p:pic>
              <p:nvPicPr>
                <p:cNvPr id="3" name="Imagem 3">
                  <a:hlinkClick r:id="rId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112328" y="2517411"/>
                  <a:ext cx="3240359" cy="1823176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Imagem 4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74232" y="2517411"/>
                  <a:ext cx="3240359" cy="1823176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Imagem 6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36136" y="2517411"/>
                  <a:ext cx="3240359" cy="1823176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107630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2F3D713-32CB-43C2-BA5F-F7CB75251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NAT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7F858C9-CFE0-44A8-942F-9970CA169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Network </a:t>
            </a:r>
            <a:r>
              <a:rPr lang="pt-BR" dirty="0" err="1"/>
              <a:t>address</a:t>
            </a:r>
            <a:r>
              <a:rPr lang="pt-BR" dirty="0"/>
              <a:t> </a:t>
            </a:r>
            <a:r>
              <a:rPr lang="pt-BR" dirty="0" err="1"/>
              <a:t>translation</a:t>
            </a:r>
            <a:endParaRPr lang="pt-BR" dirty="0"/>
          </a:p>
          <a:p>
            <a:r>
              <a:rPr lang="pt-BR" dirty="0"/>
              <a:t>É, isso aí!</a:t>
            </a:r>
          </a:p>
        </p:txBody>
      </p:sp>
    </p:spTree>
    <p:extLst>
      <p:ext uri="{BB962C8B-B14F-4D97-AF65-F5344CB8AC3E}">
        <p14:creationId xmlns:p14="http://schemas.microsoft.com/office/powerpoint/2010/main" val="5221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8D61A2C-EF55-4DD3-BC64-BBABAA05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NAT?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4F01BD8-BC7E-49A7-9BBB-83A20EE12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o processo de mudança de endereços de IP e portas de redes privadas para endereços de IP e portas públicas</a:t>
            </a:r>
          </a:p>
        </p:txBody>
      </p:sp>
      <p:pic>
        <p:nvPicPr>
          <p:cNvPr id="1026" name="Picture 2" descr="NAT process explained">
            <a:extLst>
              <a:ext uri="{FF2B5EF4-FFF2-40B4-BE49-F238E27FC236}">
                <a16:creationId xmlns:a16="http://schemas.microsoft.com/office/drawing/2014/main" id="{25C2BD06-C0FE-4464-8D2F-765CCF816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258" y="3068960"/>
            <a:ext cx="7900307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2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8A582-6A36-4204-AE5F-3E4C2114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é feita essa tradução?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CA6158-A228-4E1F-8222-55707C2BA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 uma tabela, conhecida como a Tabela NAT, que realiza as traduções</a:t>
            </a:r>
          </a:p>
        </p:txBody>
      </p:sp>
      <p:pic>
        <p:nvPicPr>
          <p:cNvPr id="2050" name="Picture 2" descr="PAT configuration">
            <a:extLst>
              <a:ext uri="{FF2B5EF4-FFF2-40B4-BE49-F238E27FC236}">
                <a16:creationId xmlns:a16="http://schemas.microsoft.com/office/drawing/2014/main" id="{C11DD54A-987A-4703-AEC7-577B4AECF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011" y="2625147"/>
            <a:ext cx="6192802" cy="395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82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4E961-D79E-4F81-8D3D-80592CE66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Técnicas de NAT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D4D7ED-7EC9-4D94-AD97-BCFABD92B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302"/>
            <a:ext cx="10360501" cy="3455395"/>
          </a:xfrm>
        </p:spPr>
        <p:txBody>
          <a:bodyPr>
            <a:normAutofit/>
          </a:bodyPr>
          <a:lstStyle/>
          <a:p>
            <a:r>
              <a:rPr lang="pt-BR" sz="3600" dirty="0" err="1"/>
              <a:t>Static</a:t>
            </a:r>
            <a:r>
              <a:rPr lang="pt-BR" sz="3600" dirty="0"/>
              <a:t> NAT</a:t>
            </a:r>
          </a:p>
          <a:p>
            <a:endParaRPr lang="pt-BR" sz="3600" dirty="0"/>
          </a:p>
          <a:p>
            <a:r>
              <a:rPr lang="pt-BR" sz="3600" dirty="0" err="1"/>
              <a:t>Dynamic</a:t>
            </a:r>
            <a:r>
              <a:rPr lang="pt-BR" sz="3600" dirty="0"/>
              <a:t> NAT</a:t>
            </a:r>
          </a:p>
          <a:p>
            <a:endParaRPr lang="pt-BR" sz="3600" dirty="0"/>
          </a:p>
          <a:p>
            <a:r>
              <a:rPr lang="pt-BR" sz="3600" dirty="0"/>
              <a:t>PAT/</a:t>
            </a:r>
            <a:r>
              <a:rPr lang="pt-BR" sz="3600" dirty="0" err="1"/>
              <a:t>Overload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94820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1E45A-C2CC-400D-BAA0-A63801D0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Static</a:t>
            </a:r>
            <a:r>
              <a:rPr lang="pt-BR" dirty="0"/>
              <a:t> NAT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605555-851A-4205-A8F1-E28EFCCB3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Tradução é feita para endereços públicos estáticos</a:t>
            </a:r>
          </a:p>
          <a:p>
            <a:r>
              <a:rPr lang="pt-BR" dirty="0"/>
              <a:t>Na prática, para cada IP Privado teremos um IP Público estático</a:t>
            </a:r>
          </a:p>
        </p:txBody>
      </p:sp>
      <p:pic>
        <p:nvPicPr>
          <p:cNvPr id="3074" name="Picture 2" descr="static nat example">
            <a:extLst>
              <a:ext uri="{FF2B5EF4-FFF2-40B4-BE49-F238E27FC236}">
                <a16:creationId xmlns:a16="http://schemas.microsoft.com/office/drawing/2014/main" id="{26AB14BA-4B46-48F9-9CFC-2D34451B6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972" y="3068960"/>
            <a:ext cx="6196879" cy="282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41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2C656-7E06-4F04-861E-295A79171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Dynamic</a:t>
            </a:r>
            <a:r>
              <a:rPr lang="pt-BR" dirty="0"/>
              <a:t> NAT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9E7D8E-7CD5-460B-BA81-4510335AB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NAT dinâmico utiliza uma </a:t>
            </a:r>
            <a:r>
              <a:rPr lang="pt-BR" i="1" dirty="0"/>
              <a:t>range </a:t>
            </a:r>
            <a:r>
              <a:rPr lang="pt-BR" dirty="0"/>
              <a:t>de Endereços IP público liberados para o seu roteador</a:t>
            </a:r>
          </a:p>
          <a:p>
            <a:r>
              <a:rPr lang="pt-BR" dirty="0"/>
              <a:t>É uma forma muito cara, pois utiliza mais de um IPv4 público</a:t>
            </a:r>
          </a:p>
        </p:txBody>
      </p:sp>
      <p:pic>
        <p:nvPicPr>
          <p:cNvPr id="4098" name="Picture 2" descr="Dynamic NAT example">
            <a:extLst>
              <a:ext uri="{FF2B5EF4-FFF2-40B4-BE49-F238E27FC236}">
                <a16:creationId xmlns:a16="http://schemas.microsoft.com/office/drawing/2014/main" id="{E43B1292-8A2B-48B3-A18B-039CF8853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003" y="3429000"/>
            <a:ext cx="7694260" cy="273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36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CE113-F117-4BE0-BA6C-A4944615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Port</a:t>
            </a:r>
            <a:r>
              <a:rPr lang="pt-BR" dirty="0"/>
              <a:t> </a:t>
            </a:r>
            <a:r>
              <a:rPr lang="pt-BR" dirty="0" err="1"/>
              <a:t>Address</a:t>
            </a:r>
            <a:r>
              <a:rPr lang="pt-BR" dirty="0"/>
              <a:t> </a:t>
            </a:r>
            <a:r>
              <a:rPr lang="pt-BR" dirty="0" err="1"/>
              <a:t>Translation</a:t>
            </a:r>
            <a:r>
              <a:rPr lang="pt-BR" dirty="0"/>
              <a:t> (PAT/</a:t>
            </a:r>
            <a:r>
              <a:rPr lang="pt-BR" dirty="0" err="1"/>
              <a:t>Overload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052CDD-31CE-4A0E-A124-2F091CABB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209"/>
            <a:ext cx="10360501" cy="4462860"/>
          </a:xfrm>
        </p:spPr>
        <p:txBody>
          <a:bodyPr/>
          <a:lstStyle/>
          <a:p>
            <a:r>
              <a:rPr lang="pt-BR" dirty="0"/>
              <a:t>Caracterizado pela dinamização de portas de protocolos da camada 4 (Camada de Transporte)</a:t>
            </a:r>
          </a:p>
          <a:p>
            <a:endParaRPr lang="pt-BR" dirty="0"/>
          </a:p>
          <a:p>
            <a:r>
              <a:rPr lang="pt-BR" dirty="0"/>
              <a:t>Permitem que por apenas 1 endereço IP público possa traduzir inúmeros endereços privados</a:t>
            </a:r>
          </a:p>
          <a:p>
            <a:endParaRPr lang="pt-BR" dirty="0"/>
          </a:p>
          <a:p>
            <a:r>
              <a:rPr lang="pt-BR" dirty="0"/>
              <a:t>Diminuí substancialmente o número de endereços IP públicos se comparado a outros tipos de NAT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67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9150131-6FEE-4009-87C2-6064A3EA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PAT/OVERLOAD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12A0B0F-1C06-4A6B-ABA7-F5E3A631E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22835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ENDEREÇOS PRIVADOS: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pt-BR" dirty="0"/>
              <a:t>10.0.0.100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pt-BR" dirty="0"/>
              <a:t>10.0.0.101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pt-BR" dirty="0"/>
              <a:t>10.0.0.102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ENDEREÇO PÚBLICO: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pt-BR" dirty="0"/>
              <a:t>155.4.12.1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CC007BAE-2A46-433E-88B3-4F3E23309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4813" y="1431573"/>
            <a:ext cx="6094412" cy="389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85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1D5A9EC-3161-4FB1-8477-78FE53C64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Endereços IPv6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87D4CD-BA65-4FC5-95E3-8028DD8DF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Só pra complicar ainda mais nossa vida</a:t>
            </a:r>
          </a:p>
        </p:txBody>
      </p:sp>
    </p:spTree>
    <p:extLst>
      <p:ext uri="{BB962C8B-B14F-4D97-AF65-F5344CB8AC3E}">
        <p14:creationId xmlns:p14="http://schemas.microsoft.com/office/powerpoint/2010/main" val="144778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94816DE-5618-4E5A-BB91-0415A6F9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IPv6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66</a:t>
            </a:r>
            <a:r>
              <a:rPr lang="pt-BR" dirty="0"/>
              <a:t>?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F887A49-2704-4175-9F5E-E80D57F77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IPv6 é uma nova forma de endereço de rede que segue o protocolo IP</a:t>
            </a:r>
          </a:p>
          <a:p>
            <a:r>
              <a:rPr lang="pt-BR" dirty="0"/>
              <a:t>Formato de cabeçalho com 128 bits; 4x maior que o cabeçalho IPv4</a:t>
            </a:r>
          </a:p>
          <a:p>
            <a:r>
              <a:rPr lang="pt-BR" dirty="0"/>
              <a:t>Possibilita que para cada pessoa na terra, possa ter até 48 x 10</a:t>
            </a:r>
            <a:r>
              <a:rPr lang="pt-BR" baseline="30000" dirty="0"/>
              <a:t>27</a:t>
            </a:r>
            <a:endParaRPr lang="pt-BR" dirty="0"/>
          </a:p>
          <a:p>
            <a:r>
              <a:rPr lang="pt-BR" dirty="0"/>
              <a:t>Não há necessidade de NAT, visto que cada dispositivo tem um único endereço</a:t>
            </a:r>
          </a:p>
          <a:p>
            <a:r>
              <a:rPr lang="pt-BR" dirty="0"/>
              <a:t>Possibilita que cada dispositivo crie seu próprio endereço IPv6 automaticamente (Padrão EUI-64)</a:t>
            </a:r>
          </a:p>
        </p:txBody>
      </p:sp>
    </p:spTree>
    <p:extLst>
      <p:ext uri="{BB962C8B-B14F-4D97-AF65-F5344CB8AC3E}">
        <p14:creationId xmlns:p14="http://schemas.microsoft.com/office/powerpoint/2010/main" val="395753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7B93A4-8A69-41DB-B163-267DF63FC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Formado por número Hexadecimais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dirty="0">
                <a:solidFill>
                  <a:schemeClr val="accent1"/>
                </a:solidFill>
              </a:rPr>
              <a:t>2340:0023:AABA:0A01:0055:5054:9ABC:ABB0</a:t>
            </a:r>
          </a:p>
          <a:p>
            <a:pPr marL="0" indent="0" algn="ctr">
              <a:buNone/>
            </a:pPr>
            <a:endParaRPr lang="pt-BR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pt-BR" dirty="0">
                <a:solidFill>
                  <a:schemeClr val="accent1"/>
                </a:solidFill>
              </a:rPr>
              <a:t>FE80::1A0D:2CFF:FE04:9FB7</a:t>
            </a:r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562C079D-B143-4850-B6B4-DD24B22A9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0025" cy="1223962"/>
          </a:xfrm>
        </p:spPr>
        <p:txBody>
          <a:bodyPr/>
          <a:lstStyle/>
          <a:p>
            <a:r>
              <a:rPr lang="pt-BR" dirty="0"/>
              <a:t>O que é o IPv6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66</a:t>
            </a:r>
            <a:r>
              <a:rPr lang="pt-B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7904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5D03F-132B-4394-AAA4-CA0AD42A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Endereços IPv6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79BA55-3D95-42B5-873F-00F15B92E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Unicast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Anycast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Multicast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324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9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A1188-7307-4F14-A875-D7A1776B4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Endereços IPv6 </a:t>
            </a:r>
            <a:r>
              <a:rPr lang="pt-BR" dirty="0" err="1"/>
              <a:t>Unicast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6860EE-607C-4926-BACB-4A1C82A45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Global </a:t>
            </a:r>
            <a:r>
              <a:rPr lang="pt-BR" dirty="0" err="1"/>
              <a:t>unicast</a:t>
            </a:r>
            <a:endParaRPr lang="pt-BR" dirty="0"/>
          </a:p>
          <a:p>
            <a:pPr lvl="1"/>
            <a:r>
              <a:rPr lang="pt-BR" dirty="0"/>
              <a:t>Prefixo 2000::/3</a:t>
            </a:r>
          </a:p>
          <a:p>
            <a:endParaRPr lang="pt-BR" dirty="0"/>
          </a:p>
          <a:p>
            <a:r>
              <a:rPr lang="pt-BR" dirty="0" err="1"/>
              <a:t>Unique</a:t>
            </a:r>
            <a:r>
              <a:rPr lang="pt-BR" dirty="0"/>
              <a:t> Local</a:t>
            </a:r>
          </a:p>
          <a:p>
            <a:pPr lvl="1"/>
            <a:r>
              <a:rPr lang="pt-BR" dirty="0"/>
              <a:t>Prefixo FD00::/8</a:t>
            </a:r>
          </a:p>
          <a:p>
            <a:endParaRPr lang="pt-BR" dirty="0"/>
          </a:p>
          <a:p>
            <a:r>
              <a:rPr lang="pt-BR" dirty="0"/>
              <a:t>Link local</a:t>
            </a:r>
          </a:p>
          <a:p>
            <a:pPr lvl="1"/>
            <a:r>
              <a:rPr lang="pt-BR" dirty="0"/>
              <a:t>Prefixo FE80::/10</a:t>
            </a:r>
          </a:p>
        </p:txBody>
      </p:sp>
    </p:spTree>
    <p:extLst>
      <p:ext uri="{BB962C8B-B14F-4D97-AF65-F5344CB8AC3E}">
        <p14:creationId xmlns:p14="http://schemas.microsoft.com/office/powerpoint/2010/main" val="409208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C152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C152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E690C-8C16-4161-9EBB-A6957E2F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Tá, mas como que cada IPv6 é único no mundo?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450E19-35FE-4155-A5B3-34D6802A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916831"/>
            <a:ext cx="10360501" cy="4464497"/>
          </a:xfrm>
        </p:spPr>
        <p:txBody>
          <a:bodyPr>
            <a:normAutofit/>
          </a:bodyPr>
          <a:lstStyle/>
          <a:p>
            <a:r>
              <a:rPr lang="pt-BR" dirty="0"/>
              <a:t>IPv6 de links locais são baseados no Endereço Físico (MAC </a:t>
            </a:r>
            <a:r>
              <a:rPr lang="pt-BR" dirty="0" err="1"/>
              <a:t>Address</a:t>
            </a:r>
            <a:r>
              <a:rPr lang="pt-BR" dirty="0"/>
              <a:t>) de cada dispositivo </a:t>
            </a:r>
          </a:p>
          <a:p>
            <a:endParaRPr lang="pt-BR" dirty="0"/>
          </a:p>
          <a:p>
            <a:r>
              <a:rPr lang="pt-BR" dirty="0">
                <a:solidFill>
                  <a:schemeClr val="accent1"/>
                </a:solidFill>
              </a:rPr>
              <a:t>Padrão EUI-64</a:t>
            </a:r>
          </a:p>
          <a:p>
            <a:endParaRPr lang="pt-BR" dirty="0">
              <a:solidFill>
                <a:schemeClr val="accent1"/>
              </a:solidFill>
            </a:endParaRPr>
          </a:p>
          <a:p>
            <a:r>
              <a:rPr lang="pt-BR" dirty="0"/>
              <a:t>Esse padrão transforma o nosso Endereço Físico na </a:t>
            </a:r>
            <a:r>
              <a:rPr lang="pt-BR" dirty="0" err="1"/>
              <a:t>IDentificação</a:t>
            </a:r>
            <a:r>
              <a:rPr lang="pt-BR" dirty="0"/>
              <a:t> de interface (</a:t>
            </a:r>
            <a:r>
              <a:rPr lang="pt-BR" dirty="0">
                <a:solidFill>
                  <a:schemeClr val="accent1"/>
                </a:solidFill>
              </a:rPr>
              <a:t>Interface ID</a:t>
            </a:r>
            <a:r>
              <a:rPr lang="pt-BR" dirty="0"/>
              <a:t>) que faz parte do campo de Endereço do IPv6</a:t>
            </a:r>
          </a:p>
          <a:p>
            <a:r>
              <a:rPr lang="pt-BR" sz="2400" dirty="0"/>
              <a:t>Como é feito isso? Vê aqui: </a:t>
            </a:r>
            <a:r>
              <a:rPr lang="pt-BR" sz="2400" u="sng" dirty="0">
                <a:solidFill>
                  <a:schemeClr val="accent1"/>
                </a:solidFill>
                <a:hlinkClick r:id="rId2"/>
              </a:rPr>
              <a:t>study-ccna.com/ipv6-interface-identifier/</a:t>
            </a:r>
            <a:endParaRPr lang="pt-BR" sz="2400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66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E37F4-B7D7-4DBB-91F9-6F1BE592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 ao Projeto	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26C413-1430-4A0A-A1C0-34E2C7B71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Já acabou </a:t>
            </a:r>
            <a:r>
              <a:rPr lang="pt-BR" b="1" dirty="0"/>
              <a:t>Steffano</a:t>
            </a:r>
            <a:r>
              <a:rPr lang="pt-B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2595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98C0078-17D4-457B-BD46-7BF4D777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 ao Projeto - Sumário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Zoom de Slide 2">
                <a:extLst>
                  <a:ext uri="{FF2B5EF4-FFF2-40B4-BE49-F238E27FC236}">
                    <a16:creationId xmlns:a16="http://schemas.microsoft.com/office/drawing/2014/main" id="{3B0BAD75-044C-4BC5-A881-24022099A4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39107694"/>
                  </p:ext>
                </p:extLst>
              </p:nvPr>
            </p:nvGraphicFramePr>
            <p:xfrm>
              <a:off x="1917948" y="2218433"/>
              <a:ext cx="3047206" cy="1714500"/>
            </p:xfrm>
            <a:graphic>
              <a:graphicData uri="http://schemas.microsoft.com/office/powerpoint/2016/slidezoom">
                <pslz:sldZm>
                  <pslz:sldZmObj sldId="302" cId="3583430782">
                    <pslz:zmPr id="{C2BE3904-13F0-4071-9700-68D875BA4B3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7206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Zoom de Slid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B0BAD75-044C-4BC5-A881-24022099A4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17948" y="2218433"/>
                <a:ext cx="3047206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Zoom de Slide 6">
                <a:extLst>
                  <a:ext uri="{FF2B5EF4-FFF2-40B4-BE49-F238E27FC236}">
                    <a16:creationId xmlns:a16="http://schemas.microsoft.com/office/drawing/2014/main" id="{753D36A8-1BE6-4F5C-9C1F-70E094AEB8E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6661947"/>
                  </p:ext>
                </p:extLst>
              </p:nvPr>
            </p:nvGraphicFramePr>
            <p:xfrm>
              <a:off x="5225063" y="2218433"/>
              <a:ext cx="3047206" cy="1714500"/>
            </p:xfrm>
            <a:graphic>
              <a:graphicData uri="http://schemas.microsoft.com/office/powerpoint/2016/slidezoom">
                <pslz:sldZm>
                  <pslz:sldZmObj sldId="314" cId="689936916">
                    <pslz:zmPr id="{B1E0CF11-5579-42BC-A385-7B4EEC38F4BD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7206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Zoom de Slide 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753D36A8-1BE6-4F5C-9C1F-70E094AEB8E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5063" y="2218433"/>
                <a:ext cx="3047206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127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823B4-0F17-4A08-9902-9778C894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o NAT/PAT/</a:t>
            </a:r>
            <a:r>
              <a:rPr lang="pt-BR" dirty="0" err="1"/>
              <a:t>Overload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E7278-BBA1-4DC5-B812-FDA1303C9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configurarmos o nosso NAT, vamos seguir os seguintes tópicos:</a:t>
            </a:r>
          </a:p>
          <a:p>
            <a:endParaRPr lang="pt-BR" dirty="0"/>
          </a:p>
          <a:p>
            <a:r>
              <a:rPr lang="pt-BR" dirty="0"/>
              <a:t>Configurar a interface externa do Roteador</a:t>
            </a:r>
          </a:p>
          <a:p>
            <a:endParaRPr lang="pt-BR" dirty="0"/>
          </a:p>
          <a:p>
            <a:r>
              <a:rPr lang="pt-BR" dirty="0"/>
              <a:t>Criar uma lista de acesso para quem irá usar o NAT</a:t>
            </a:r>
          </a:p>
          <a:p>
            <a:endParaRPr lang="pt-BR" dirty="0"/>
          </a:p>
          <a:p>
            <a:r>
              <a:rPr lang="pt-BR" dirty="0"/>
              <a:t>Configurar a tabela NAT no Roteador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343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D30AE-C063-4721-A37A-808A4228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a interface externa do roteador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6DD1D3-79D1-41B2-9AB4-9753991D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necessário identificar e configurar a interface que está conectada ao mundo externo</a:t>
            </a:r>
          </a:p>
          <a:p>
            <a:endParaRPr lang="pt-BR" dirty="0"/>
          </a:p>
          <a:p>
            <a:r>
              <a:rPr lang="pt-BR" dirty="0"/>
              <a:t>Em nosso projeto essa interface é a Ethernet 1/0</a:t>
            </a:r>
          </a:p>
          <a:p>
            <a:endParaRPr lang="pt-BR" dirty="0"/>
          </a:p>
          <a:p>
            <a:r>
              <a:rPr lang="pt-BR" dirty="0"/>
              <a:t>Nesta interface, iremos configurar o Endereço IP</a:t>
            </a:r>
          </a:p>
          <a:p>
            <a:pPr marL="0" indent="0">
              <a:buNone/>
            </a:pPr>
            <a:r>
              <a:rPr lang="pt-BR" dirty="0"/>
              <a:t>do roteador de forma dinâmica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E68B33-6F06-4F15-BE1F-15C2AB71A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708" y="2820327"/>
            <a:ext cx="3048425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3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D30AE-C063-4721-A37A-808A4228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a interface externa do roteador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6DD1D3-79D1-41B2-9AB4-9753991D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Veja:</a:t>
            </a:r>
          </a:p>
          <a:p>
            <a:endParaRPr lang="pt-BR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2090049-310F-4DC6-A1B3-78599569A2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2157063"/>
              </p:ext>
            </p:extLst>
          </p:nvPr>
        </p:nvGraphicFramePr>
        <p:xfrm>
          <a:off x="1218883" y="2204864"/>
          <a:ext cx="9751059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567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D30AE-C063-4721-A37A-808A4228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a interface externa do roteador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6DD1D3-79D1-41B2-9AB4-9753991D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verificar se a interface foi configurada corretamente utilizaremos o comando </a:t>
            </a:r>
            <a:r>
              <a:rPr lang="pt-BR" i="1" dirty="0">
                <a:solidFill>
                  <a:schemeClr val="accent1"/>
                </a:solidFill>
              </a:rPr>
              <a:t>show </a:t>
            </a:r>
            <a:r>
              <a:rPr lang="pt-BR" i="1" dirty="0" err="1">
                <a:solidFill>
                  <a:schemeClr val="accent1"/>
                </a:solidFill>
              </a:rPr>
              <a:t>ip</a:t>
            </a:r>
            <a:r>
              <a:rPr lang="pt-BR" i="1" dirty="0">
                <a:solidFill>
                  <a:schemeClr val="accent1"/>
                </a:solidFill>
              </a:rPr>
              <a:t> interface </a:t>
            </a:r>
            <a:r>
              <a:rPr lang="pt-BR" i="1" dirty="0" err="1">
                <a:solidFill>
                  <a:schemeClr val="accent1"/>
                </a:solidFill>
              </a:rPr>
              <a:t>brief</a:t>
            </a:r>
            <a:r>
              <a:rPr lang="pt-BR" i="1" dirty="0"/>
              <a:t>:</a:t>
            </a:r>
            <a:endParaRPr lang="pt-BR" dirty="0">
              <a:solidFill>
                <a:schemeClr val="accent1"/>
              </a:solidFill>
            </a:endParaRP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0F84511-C3B2-4C99-B75D-EB715D001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013" y="2708920"/>
            <a:ext cx="5534797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1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F25EF-906D-429C-8C0D-7FAECB72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lista de acesso para acesso ao NAT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610D89-39F4-40B9-88D3-9CBE439F5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100000"/>
              </a:lnSpc>
            </a:pPr>
            <a:r>
              <a:rPr lang="pt-BR" dirty="0"/>
              <a:t>Para que possamos criar nosso NAT, o Roteador precisa identificar uma lista de endereços que devem ser configurados</a:t>
            </a:r>
          </a:p>
          <a:p>
            <a:pPr>
              <a:lnSpc>
                <a:spcPct val="100000"/>
              </a:lnSpc>
            </a:pPr>
            <a:r>
              <a:rPr lang="pt-BR" dirty="0"/>
              <a:t>Para isso é criado uma </a:t>
            </a:r>
            <a:r>
              <a:rPr lang="pt-BR" dirty="0" err="1">
                <a:solidFill>
                  <a:schemeClr val="accent1"/>
                </a:solidFill>
              </a:rPr>
              <a:t>access-list</a:t>
            </a:r>
            <a:r>
              <a:rPr lang="pt-BR" dirty="0"/>
              <a:t> e em seguida inserido o </a:t>
            </a:r>
            <a:r>
              <a:rPr lang="pt-BR" i="1" dirty="0"/>
              <a:t>range</a:t>
            </a:r>
            <a:r>
              <a:rPr lang="pt-BR" dirty="0"/>
              <a:t> dos endereços privados que irão utilizar o NAT</a:t>
            </a:r>
          </a:p>
          <a:p>
            <a:pPr>
              <a:lnSpc>
                <a:spcPct val="100000"/>
              </a:lnSpc>
            </a:pPr>
            <a:r>
              <a:rPr lang="pt-BR" dirty="0"/>
              <a:t>Em nosso caso, não necessidade de sermos restritivos em nossa lista</a:t>
            </a:r>
          </a:p>
          <a:p>
            <a:pPr>
              <a:lnSpc>
                <a:spcPct val="100000"/>
              </a:lnSpc>
            </a:pPr>
            <a:r>
              <a:rPr lang="pt-BR" dirty="0"/>
              <a:t>Então iremos adicionar todos os endereços privados possíveis</a:t>
            </a:r>
          </a:p>
        </p:txBody>
      </p:sp>
    </p:spTree>
    <p:extLst>
      <p:ext uri="{BB962C8B-B14F-4D97-AF65-F5344CB8AC3E}">
        <p14:creationId xmlns:p14="http://schemas.microsoft.com/office/powerpoint/2010/main" val="191198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6DD1D3-79D1-41B2-9AB4-9753991D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criar nossa lista de acesso pelo comando </a:t>
            </a:r>
            <a:r>
              <a:rPr lang="pt-BR" i="1" dirty="0" err="1"/>
              <a:t>access-list</a:t>
            </a:r>
            <a:r>
              <a:rPr lang="pt-BR" dirty="0"/>
              <a:t>, Veja: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2090049-310F-4DC6-A1B3-78599569A2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9100209"/>
              </p:ext>
            </p:extLst>
          </p:nvPr>
        </p:nvGraphicFramePr>
        <p:xfrm>
          <a:off x="1218883" y="2348880"/>
          <a:ext cx="9751059" cy="4318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422CEDB3-6427-456B-AA87-35D1ED69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0025" cy="1223962"/>
          </a:xfrm>
        </p:spPr>
        <p:txBody>
          <a:bodyPr/>
          <a:lstStyle/>
          <a:p>
            <a:r>
              <a:rPr lang="pt-BR" dirty="0"/>
              <a:t>Criando uma lista de acesso para acesso ao NAT</a:t>
            </a:r>
          </a:p>
        </p:txBody>
      </p:sp>
    </p:spTree>
    <p:extLst>
      <p:ext uri="{BB962C8B-B14F-4D97-AF65-F5344CB8AC3E}">
        <p14:creationId xmlns:p14="http://schemas.microsoft.com/office/powerpoint/2010/main" val="332530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98C6C-2B25-4642-BB6A-3A175AD2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Configurar a tabela NAT no Roteador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1747FF-DB13-4B0B-A983-8B48CA4B0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configurarmos a tabela NAT do Roteador precisamos:</a:t>
            </a:r>
          </a:p>
          <a:p>
            <a:pPr lvl="1"/>
            <a:r>
              <a:rPr lang="pt-BR" dirty="0"/>
              <a:t>Conhecer nossa interface externa: e1/0</a:t>
            </a:r>
          </a:p>
          <a:p>
            <a:pPr lvl="1"/>
            <a:r>
              <a:rPr lang="pt-BR" dirty="0"/>
              <a:t>Conhecer nossa interface interna: f0/0</a:t>
            </a:r>
          </a:p>
          <a:p>
            <a:pPr lvl="1"/>
            <a:r>
              <a:rPr lang="pt-BR" dirty="0"/>
              <a:t>Ter uma </a:t>
            </a:r>
            <a:r>
              <a:rPr lang="pt-BR" dirty="0" err="1"/>
              <a:t>access-list</a:t>
            </a:r>
            <a:r>
              <a:rPr lang="pt-BR" dirty="0"/>
              <a:t> para permitir os endereços IP:</a:t>
            </a:r>
          </a:p>
          <a:p>
            <a:pPr marL="377886" lvl="1" indent="0">
              <a:buNone/>
            </a:pPr>
            <a:r>
              <a:rPr lang="pt-BR" dirty="0"/>
              <a:t>Access-</a:t>
            </a:r>
            <a:r>
              <a:rPr lang="pt-BR" dirty="0" err="1"/>
              <a:t>list</a:t>
            </a:r>
            <a:r>
              <a:rPr lang="pt-BR" dirty="0"/>
              <a:t>: 1</a:t>
            </a:r>
          </a:p>
          <a:p>
            <a:pPr lvl="1"/>
            <a:r>
              <a:rPr lang="pt-BR" dirty="0"/>
              <a:t>Conhecer qual o método de Tradução: PAT/</a:t>
            </a:r>
            <a:r>
              <a:rPr lang="pt-BR" dirty="0" err="1"/>
              <a:t>Overload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32E52BE-12C0-45AF-875A-82CC4604D7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7" r="1803"/>
          <a:stretch/>
        </p:blipFill>
        <p:spPr>
          <a:xfrm>
            <a:off x="8758709" y="2213055"/>
            <a:ext cx="2952328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2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6DD1D3-79D1-41B2-9AB4-9753991D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Primeiramente devemos dizer qual interface é interna ou externa:</a:t>
            </a:r>
          </a:p>
          <a:p>
            <a:endParaRPr lang="pt-BR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2090049-310F-4DC6-A1B3-78599569A2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1304483"/>
              </p:ext>
            </p:extLst>
          </p:nvPr>
        </p:nvGraphicFramePr>
        <p:xfrm>
          <a:off x="1218883" y="2204864"/>
          <a:ext cx="9751059" cy="4462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422CEDB3-6427-456B-AA87-35D1ED69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0025" cy="1223962"/>
          </a:xfrm>
        </p:spPr>
        <p:txBody>
          <a:bodyPr/>
          <a:lstStyle/>
          <a:p>
            <a:r>
              <a:rPr lang="pt-BR" dirty="0"/>
              <a:t>Configurando a tabela NAT no Roteador(Parte 1)</a:t>
            </a:r>
          </a:p>
        </p:txBody>
      </p:sp>
    </p:spTree>
    <p:extLst>
      <p:ext uri="{BB962C8B-B14F-4D97-AF65-F5344CB8AC3E}">
        <p14:creationId xmlns:p14="http://schemas.microsoft.com/office/powerpoint/2010/main" val="200369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192D5-6313-4F33-958D-F28781BF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a tabela NAT no Roteador(Parte 2)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7277EB0E-8E5F-4140-BEE0-64983C0BA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Ainda na interface externa, iremos dar mais argumentos:</a:t>
            </a:r>
          </a:p>
        </p:txBody>
      </p:sp>
      <p:graphicFrame>
        <p:nvGraphicFramePr>
          <p:cNvPr id="8" name="Espaço Reservado para Conteúdo 4">
            <a:extLst>
              <a:ext uri="{FF2B5EF4-FFF2-40B4-BE49-F238E27FC236}">
                <a16:creationId xmlns:a16="http://schemas.microsoft.com/office/drawing/2014/main" id="{204D59A7-F68C-4D06-AC33-1C462CBFFD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71862"/>
              </p:ext>
            </p:extLst>
          </p:nvPr>
        </p:nvGraphicFramePr>
        <p:xfrm>
          <a:off x="1218883" y="2120900"/>
          <a:ext cx="10360025" cy="4462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61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B7BE6-A1B1-4814-B65F-1A81AD31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Verificando a tabela NAT no Roteador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E59E47-DB4B-4CBE-9D8C-F13D137D9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visualizar sua tabela NAT, usamos o comando </a:t>
            </a:r>
            <a:r>
              <a:rPr lang="pt-BR" dirty="0">
                <a:solidFill>
                  <a:schemeClr val="accent1"/>
                </a:solidFill>
              </a:rPr>
              <a:t>show </a:t>
            </a:r>
            <a:r>
              <a:rPr lang="pt-BR" dirty="0" err="1">
                <a:solidFill>
                  <a:schemeClr val="accent1"/>
                </a:solidFill>
              </a:rPr>
              <a:t>ip</a:t>
            </a:r>
            <a:r>
              <a:rPr lang="pt-BR" dirty="0">
                <a:solidFill>
                  <a:schemeClr val="accent1"/>
                </a:solidFill>
              </a:rPr>
              <a:t> </a:t>
            </a:r>
            <a:r>
              <a:rPr lang="pt-BR" dirty="0" err="1">
                <a:solidFill>
                  <a:schemeClr val="accent1"/>
                </a:solidFill>
              </a:rPr>
              <a:t>nat</a:t>
            </a:r>
            <a:r>
              <a:rPr lang="pt-BR" dirty="0">
                <a:solidFill>
                  <a:schemeClr val="accent1"/>
                </a:solidFill>
              </a:rPr>
              <a:t> </a:t>
            </a:r>
            <a:r>
              <a:rPr lang="pt-BR" dirty="0" err="1">
                <a:solidFill>
                  <a:schemeClr val="accent1"/>
                </a:solidFill>
              </a:rPr>
              <a:t>translations</a:t>
            </a:r>
            <a:r>
              <a:rPr lang="pt-BR" dirty="0"/>
              <a:t>:</a:t>
            </a:r>
          </a:p>
          <a:p>
            <a:r>
              <a:rPr lang="pt-BR" dirty="0"/>
              <a:t>Só é possível observar os Endereços da tabela NAT se houver algum tráfego entre a rede interna com a rede externa</a:t>
            </a:r>
          </a:p>
          <a:p>
            <a:r>
              <a:rPr lang="pt-BR" dirty="0"/>
              <a:t>Dica: Tente realizar um </a:t>
            </a:r>
            <a:r>
              <a:rPr lang="pt-BR" dirty="0" err="1"/>
              <a:t>ping</a:t>
            </a:r>
            <a:r>
              <a:rPr lang="pt-BR" dirty="0"/>
              <a:t> de um host para endereços IP públicos: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accent1"/>
                </a:solidFill>
              </a:rPr>
              <a:t>ping</a:t>
            </a:r>
            <a:r>
              <a:rPr lang="pt-BR" dirty="0">
                <a:solidFill>
                  <a:schemeClr val="accent1"/>
                </a:solidFill>
              </a:rPr>
              <a:t> 8.8.8.8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accent1"/>
                </a:solidFill>
              </a:rPr>
              <a:t>ping</a:t>
            </a:r>
            <a:r>
              <a:rPr lang="pt-BR" dirty="0">
                <a:solidFill>
                  <a:schemeClr val="accent1"/>
                </a:solidFill>
              </a:rPr>
              <a:t> 1.1.1.1</a:t>
            </a:r>
          </a:p>
        </p:txBody>
      </p:sp>
    </p:spTree>
    <p:extLst>
      <p:ext uri="{BB962C8B-B14F-4D97-AF65-F5344CB8AC3E}">
        <p14:creationId xmlns:p14="http://schemas.microsoft.com/office/powerpoint/2010/main" val="107979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7CA7D78-4B98-40EA-97FC-D6E2E48F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0025" cy="1223962"/>
          </a:xfrm>
        </p:spPr>
        <p:txBody>
          <a:bodyPr/>
          <a:lstStyle/>
          <a:p>
            <a:r>
              <a:rPr lang="pt-BR" dirty="0"/>
              <a:t>Verificando a tabela NAT no Roteador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52A6A44-DF25-4181-AAC7-C4E34360ED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64"/>
          <a:stretch/>
        </p:blipFill>
        <p:spPr>
          <a:xfrm>
            <a:off x="1474506" y="2024844"/>
            <a:ext cx="9239811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4D2A0-D565-4AF9-BA86-A85A9590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Configuração do IPv6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3F8DFA-5605-4D2A-B73C-CAA533A1F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configurar o IPv6, precisamos saber de dois argumentos:</a:t>
            </a:r>
          </a:p>
          <a:p>
            <a:endParaRPr lang="pt-BR" dirty="0"/>
          </a:p>
          <a:p>
            <a:r>
              <a:rPr lang="pt-BR" dirty="0"/>
              <a:t>Tipo de roteamento: </a:t>
            </a:r>
            <a:r>
              <a:rPr lang="pt-BR" dirty="0" err="1"/>
              <a:t>Unicast</a:t>
            </a:r>
            <a:endParaRPr lang="pt-BR" dirty="0"/>
          </a:p>
          <a:p>
            <a:endParaRPr lang="pt-BR" dirty="0"/>
          </a:p>
          <a:p>
            <a:r>
              <a:rPr lang="pt-BR" dirty="0"/>
              <a:t>Endereço IPv6 Global: 2001:?</a:t>
            </a:r>
          </a:p>
        </p:txBody>
      </p:sp>
    </p:spTree>
    <p:extLst>
      <p:ext uri="{BB962C8B-B14F-4D97-AF65-F5344CB8AC3E}">
        <p14:creationId xmlns:p14="http://schemas.microsoft.com/office/powerpoint/2010/main" val="68993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51EE0-939D-42EB-8FF6-3F155FB3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o roteamento IPv6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6CE32B-AD0B-4B65-92E8-0FC5F0F4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habilitar os endereços IPv6 no roteador, precisamos dizer qual tipo de roteamento que será utilizado</a:t>
            </a:r>
          </a:p>
          <a:p>
            <a:r>
              <a:rPr lang="pt-BR" dirty="0"/>
              <a:t>Nesse caso será um roteamento </a:t>
            </a:r>
            <a:r>
              <a:rPr lang="pt-BR" dirty="0" err="1">
                <a:solidFill>
                  <a:schemeClr val="accent1"/>
                </a:solidFill>
              </a:rPr>
              <a:t>Unicast</a:t>
            </a:r>
            <a:endParaRPr lang="pt-BR" dirty="0"/>
          </a:p>
          <a:p>
            <a:endParaRPr lang="pt-BR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F1AD840-484E-4E5A-A718-E1F1274574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3395798"/>
              </p:ext>
            </p:extLst>
          </p:nvPr>
        </p:nvGraphicFramePr>
        <p:xfrm>
          <a:off x="1218883" y="3429001"/>
          <a:ext cx="9751059" cy="27350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929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BE2C2-63E2-4373-8BCB-1BCDF988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os Endereços IPv6 Globais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32BC13-90DF-4134-9950-179C85929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isso é necessário saber o Endereço MAC da interface interna que iremos configurar</a:t>
            </a:r>
          </a:p>
          <a:p>
            <a:endParaRPr lang="pt-BR" dirty="0"/>
          </a:p>
          <a:p>
            <a:r>
              <a:rPr lang="pt-BR" dirty="0"/>
              <a:t>Use o comando </a:t>
            </a:r>
            <a:r>
              <a:rPr lang="pt-BR" dirty="0">
                <a:solidFill>
                  <a:schemeClr val="accent1"/>
                </a:solidFill>
              </a:rPr>
              <a:t>show arp</a:t>
            </a:r>
          </a:p>
          <a:p>
            <a:endParaRPr lang="pt-BR" dirty="0">
              <a:solidFill>
                <a:schemeClr val="accent1"/>
              </a:solidFill>
            </a:endParaRPr>
          </a:p>
          <a:p>
            <a:r>
              <a:rPr lang="pt-BR" dirty="0"/>
              <a:t>Descobrir os Endereços MAC de minhas interfaces</a:t>
            </a:r>
          </a:p>
        </p:txBody>
      </p:sp>
    </p:spTree>
    <p:extLst>
      <p:ext uri="{BB962C8B-B14F-4D97-AF65-F5344CB8AC3E}">
        <p14:creationId xmlns:p14="http://schemas.microsoft.com/office/powerpoint/2010/main" val="350180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BE2C2-63E2-4373-8BCB-1BCDF988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os Endereços IPv6 Globais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32BC13-90DF-4134-9950-179C85929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isso é necessário saber o Endereço MAC da interface interna que iremos configurar</a:t>
            </a:r>
          </a:p>
          <a:p>
            <a:endParaRPr lang="pt-BR" dirty="0"/>
          </a:p>
          <a:p>
            <a:r>
              <a:rPr lang="pt-BR" dirty="0"/>
              <a:t>Use o comando </a:t>
            </a:r>
            <a:r>
              <a:rPr lang="pt-BR" dirty="0">
                <a:solidFill>
                  <a:schemeClr val="accent1"/>
                </a:solidFill>
              </a:rPr>
              <a:t>show arp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0C01B8E-8B3C-4872-B79E-DCF962DDC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77" y="4246361"/>
            <a:ext cx="10167469" cy="191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BE2C2-63E2-4373-8BCB-1BCDF988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os Endereços IPv6 Globais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32BC13-90DF-4134-9950-179C85929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Obtendo os Endereços MAC, iremos transformar em </a:t>
            </a:r>
            <a:r>
              <a:rPr lang="pt-BR" dirty="0">
                <a:solidFill>
                  <a:schemeClr val="accent1"/>
                </a:solidFill>
              </a:rPr>
              <a:t>Interface ID</a:t>
            </a:r>
          </a:p>
          <a:p>
            <a:pPr marL="514350" indent="-514350">
              <a:buFont typeface="+mj-lt"/>
              <a:buAutoNum type="arabicPeriod"/>
            </a:pPr>
            <a:endParaRPr lang="pt-BR" dirty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Utiliza-se o padrão EUI-64 para obter a </a:t>
            </a:r>
            <a:r>
              <a:rPr lang="pt-BR" dirty="0">
                <a:solidFill>
                  <a:schemeClr val="accent1"/>
                </a:solidFill>
              </a:rPr>
              <a:t>Interface ID</a:t>
            </a:r>
          </a:p>
          <a:p>
            <a:pPr marL="514350" indent="-514350">
              <a:buFont typeface="+mj-lt"/>
              <a:buAutoNum type="arabicPeriod"/>
            </a:pPr>
            <a:endParaRPr lang="pt-BR" dirty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Insere-se o </a:t>
            </a:r>
            <a:r>
              <a:rPr lang="pt-BR" dirty="0">
                <a:solidFill>
                  <a:schemeClr val="accent1"/>
                </a:solidFill>
              </a:rPr>
              <a:t>Endereço Global (2001)</a:t>
            </a:r>
            <a:r>
              <a:rPr lang="pt-BR" dirty="0"/>
              <a:t> antes do Interface ID</a:t>
            </a:r>
          </a:p>
        </p:txBody>
      </p:sp>
    </p:spTree>
    <p:extLst>
      <p:ext uri="{BB962C8B-B14F-4D97-AF65-F5344CB8AC3E}">
        <p14:creationId xmlns:p14="http://schemas.microsoft.com/office/powerpoint/2010/main" val="237245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BE2C2-63E2-4373-8BCB-1BCDF988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os Endereços IPv6 Globais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32BC13-90DF-4134-9950-179C85929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Obtendo os Endereços MAC, iremos transformar em </a:t>
            </a:r>
            <a:r>
              <a:rPr lang="pt-BR" dirty="0">
                <a:solidFill>
                  <a:schemeClr val="accent1"/>
                </a:solidFill>
              </a:rPr>
              <a:t>Interface ID</a:t>
            </a:r>
          </a:p>
          <a:p>
            <a:pPr marL="0" indent="0">
              <a:buNone/>
            </a:pPr>
            <a:r>
              <a:rPr lang="pt-BR" dirty="0"/>
              <a:t>Endereço MAC: ca:02:16:d2:00:00</a:t>
            </a:r>
          </a:p>
          <a:p>
            <a:pPr marL="0" indent="0">
              <a:buNone/>
            </a:pPr>
            <a:r>
              <a:rPr lang="pt-BR" dirty="0"/>
              <a:t>EUI-64: ca:02:16:00:00:d2:00:00</a:t>
            </a:r>
          </a:p>
          <a:p>
            <a:pPr marL="0" indent="0">
              <a:buNone/>
            </a:pPr>
            <a:r>
              <a:rPr lang="pt-BR" dirty="0"/>
              <a:t>Interface ID: ca02:1600:00d2:0000</a:t>
            </a:r>
          </a:p>
          <a:p>
            <a:r>
              <a:rPr lang="pt-BR" dirty="0"/>
              <a:t>Insere-se o </a:t>
            </a:r>
            <a:r>
              <a:rPr lang="pt-BR" dirty="0">
                <a:solidFill>
                  <a:schemeClr val="accent1"/>
                </a:solidFill>
              </a:rPr>
              <a:t>Endereço Global (2001)</a:t>
            </a:r>
            <a:r>
              <a:rPr lang="pt-BR" dirty="0"/>
              <a:t> antes do Interface ID</a:t>
            </a:r>
          </a:p>
          <a:p>
            <a:pPr marL="0" indent="0">
              <a:buNone/>
            </a:pPr>
            <a:r>
              <a:rPr lang="pt-BR" dirty="0"/>
              <a:t>IPv6: 2001:ca02:1600:00d2:0000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782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BE2C2-63E2-4373-8BCB-1BCDF988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a interface IPv6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32BC13-90DF-4134-9950-179C85929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configurar a interface interna, só precisamos de nosso endereço IPv6 Global e o restante pode ser calculado pelo Roteador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353A8351-7741-48AB-B618-25226B2E5D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757526"/>
              </p:ext>
            </p:extLst>
          </p:nvPr>
        </p:nvGraphicFramePr>
        <p:xfrm>
          <a:off x="1218883" y="2780928"/>
          <a:ext cx="9751059" cy="3383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925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BE2C2-63E2-4373-8BCB-1BCDF988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Verificando a interface IPv6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32BC13-90DF-4134-9950-179C85929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verificar as interfaces IPv6 em nosso roteador, podemos usar o comando </a:t>
            </a:r>
            <a:r>
              <a:rPr lang="pt-BR" i="1" dirty="0">
                <a:solidFill>
                  <a:schemeClr val="accent1"/>
                </a:solidFill>
              </a:rPr>
              <a:t>show ipv6 interface </a:t>
            </a:r>
            <a:r>
              <a:rPr lang="pt-BR" i="1" dirty="0" err="1">
                <a:solidFill>
                  <a:schemeClr val="accent1"/>
                </a:solidFill>
              </a:rPr>
              <a:t>brief</a:t>
            </a:r>
            <a:endParaRPr lang="pt-BR" i="1" dirty="0">
              <a:solidFill>
                <a:schemeClr val="accent1"/>
              </a:solidFill>
            </a:endParaRPr>
          </a:p>
          <a:p>
            <a:endParaRPr lang="pt-BR" i="1" dirty="0">
              <a:solidFill>
                <a:schemeClr val="accent1"/>
              </a:solidFill>
            </a:endParaRPr>
          </a:p>
          <a:p>
            <a:r>
              <a:rPr lang="pt-BR" dirty="0"/>
              <a:t>Para verificar uma interface em específico em nosso roteador, podemos usar o comando </a:t>
            </a:r>
            <a:r>
              <a:rPr lang="pt-BR" i="1" dirty="0">
                <a:solidFill>
                  <a:schemeClr val="accent1"/>
                </a:solidFill>
              </a:rPr>
              <a:t>show ipv6 interface [identificação da interface]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32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BE2C2-63E2-4373-8BCB-1BCDF988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Verificando a interface IPv6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74680D-2F1B-4C0E-B18C-5D5F8838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01" y="1557076"/>
            <a:ext cx="5506218" cy="374384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2FD737C-8A49-4711-A44D-61CE0F4DFB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7" t="758"/>
          <a:stretch/>
        </p:blipFill>
        <p:spPr>
          <a:xfrm>
            <a:off x="6425503" y="1557076"/>
            <a:ext cx="5506219" cy="374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1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4_TF02787990" id="{E2EB6F66-559D-4935-B0FE-CC1100470BBA}" vid="{EDFAEEEF-A820-4D8D-8A70-9CA9D460C139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triplas (widescreen)</Template>
  <TotalTime>886</TotalTime>
  <Words>1475</Words>
  <Application>Microsoft Office PowerPoint</Application>
  <PresentationFormat>Personalizar</PresentationFormat>
  <Paragraphs>213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3" baseType="lpstr">
      <vt:lpstr>Arial</vt:lpstr>
      <vt:lpstr>Calibri</vt:lpstr>
      <vt:lpstr>Wingdings</vt:lpstr>
      <vt:lpstr>Tecnologia 16x9</vt:lpstr>
      <vt:lpstr>Grupo SIM</vt:lpstr>
      <vt:lpstr>Módulo II</vt:lpstr>
      <vt:lpstr>Módulo II - Sumário</vt:lpstr>
      <vt:lpstr>NAT</vt:lpstr>
      <vt:lpstr>O que é o NAT?</vt:lpstr>
      <vt:lpstr>Como é feita essa tradução?</vt:lpstr>
      <vt:lpstr>Técnicas de NAT</vt:lpstr>
      <vt:lpstr>Static NAT</vt:lpstr>
      <vt:lpstr>Dynamic NAT</vt:lpstr>
      <vt:lpstr>Port Address Translation (PAT/Overload)</vt:lpstr>
      <vt:lpstr>PAT/OVERLOAD</vt:lpstr>
      <vt:lpstr>Endereços IPv6</vt:lpstr>
      <vt:lpstr>O que é o IPv666?</vt:lpstr>
      <vt:lpstr>O que é o IPv666?</vt:lpstr>
      <vt:lpstr>Tipos de Endereços IPv6</vt:lpstr>
      <vt:lpstr>Endereços IPv6 Unicast</vt:lpstr>
      <vt:lpstr>Tá, mas como que cada IPv6 é único no mundo?</vt:lpstr>
      <vt:lpstr>Aplicação ao Projeto </vt:lpstr>
      <vt:lpstr>Aplicação ao Projeto - Sumário</vt:lpstr>
      <vt:lpstr>Configurando o NAT/PAT/Overload</vt:lpstr>
      <vt:lpstr>Configurando a interface externa do roteador</vt:lpstr>
      <vt:lpstr>Configurando a interface externa do roteador</vt:lpstr>
      <vt:lpstr>Configurando a interface externa do roteador</vt:lpstr>
      <vt:lpstr>Criando uma lista de acesso para acesso ao NAT</vt:lpstr>
      <vt:lpstr>Criando uma lista de acesso para acesso ao NAT</vt:lpstr>
      <vt:lpstr>Configurar a tabela NAT no Roteador</vt:lpstr>
      <vt:lpstr>Configurando a tabela NAT no Roteador(Parte 1)</vt:lpstr>
      <vt:lpstr>Configurando a tabela NAT no Roteador(Parte 2)</vt:lpstr>
      <vt:lpstr>Verificando a tabela NAT no Roteador</vt:lpstr>
      <vt:lpstr>Verificando a tabela NAT no Roteador</vt:lpstr>
      <vt:lpstr>Configuração do IPv6</vt:lpstr>
      <vt:lpstr>Configurando o roteamento IPv6</vt:lpstr>
      <vt:lpstr>Configurando os Endereços IPv6 Globais</vt:lpstr>
      <vt:lpstr>Configurando os Endereços IPv6 Globais</vt:lpstr>
      <vt:lpstr>Configurando os Endereços IPv6 Globais</vt:lpstr>
      <vt:lpstr>Configurando os Endereços IPv6 Globais</vt:lpstr>
      <vt:lpstr>Configurando a interface IPv6</vt:lpstr>
      <vt:lpstr>Verificando a interface IPv6</vt:lpstr>
      <vt:lpstr>Verificando a interface IPv6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Grupo SIM</dc:title>
  <dc:creator>Steffano Pereira</dc:creator>
  <cp:lastModifiedBy>Steffano Pereira</cp:lastModifiedBy>
  <cp:revision>68</cp:revision>
  <dcterms:created xsi:type="dcterms:W3CDTF">2020-09-18T18:25:11Z</dcterms:created>
  <dcterms:modified xsi:type="dcterms:W3CDTF">2020-09-22T22:43:00Z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