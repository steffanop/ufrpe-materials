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5"/>
  </p:notesMasterIdLst>
  <p:handoutMasterIdLst>
    <p:handoutMasterId r:id="rId76"/>
  </p:handoutMasterIdLst>
  <p:sldIdLst>
    <p:sldId id="257" r:id="rId5"/>
    <p:sldId id="268" r:id="rId6"/>
    <p:sldId id="285" r:id="rId7"/>
    <p:sldId id="272" r:id="rId8"/>
    <p:sldId id="274" r:id="rId9"/>
    <p:sldId id="275" r:id="rId10"/>
    <p:sldId id="277" r:id="rId11"/>
    <p:sldId id="278" r:id="rId12"/>
    <p:sldId id="280" r:id="rId13"/>
    <p:sldId id="287" r:id="rId14"/>
    <p:sldId id="273" r:id="rId15"/>
    <p:sldId id="286" r:id="rId16"/>
    <p:sldId id="288" r:id="rId17"/>
    <p:sldId id="289" r:id="rId18"/>
    <p:sldId id="290" r:id="rId19"/>
    <p:sldId id="291" r:id="rId20"/>
    <p:sldId id="293" r:id="rId21"/>
    <p:sldId id="292" r:id="rId22"/>
    <p:sldId id="294" r:id="rId23"/>
    <p:sldId id="295" r:id="rId24"/>
    <p:sldId id="296" r:id="rId25"/>
    <p:sldId id="297" r:id="rId26"/>
    <p:sldId id="298" r:id="rId27"/>
    <p:sldId id="281" r:id="rId28"/>
    <p:sldId id="299" r:id="rId29"/>
    <p:sldId id="301" r:id="rId30"/>
    <p:sldId id="303" r:id="rId31"/>
    <p:sldId id="304" r:id="rId32"/>
    <p:sldId id="302" r:id="rId33"/>
    <p:sldId id="305" r:id="rId34"/>
    <p:sldId id="311" r:id="rId35"/>
    <p:sldId id="312" r:id="rId36"/>
    <p:sldId id="313" r:id="rId37"/>
    <p:sldId id="300" r:id="rId38"/>
    <p:sldId id="306" r:id="rId39"/>
    <p:sldId id="307" r:id="rId40"/>
    <p:sldId id="308" r:id="rId41"/>
    <p:sldId id="282" r:id="rId42"/>
    <p:sldId id="309" r:id="rId43"/>
    <p:sldId id="310" r:id="rId44"/>
    <p:sldId id="314" r:id="rId45"/>
    <p:sldId id="283" r:id="rId46"/>
    <p:sldId id="342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4" r:id="rId56"/>
    <p:sldId id="325" r:id="rId57"/>
    <p:sldId id="323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0" r:id="rId73"/>
    <p:sldId id="341" r:id="rId74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2C72742-2843-4FE6-9BAC-531F7F9B8D73}">
          <p14:sldIdLst>
            <p14:sldId id="257"/>
          </p14:sldIdLst>
        </p14:section>
        <p14:section name="Seção do Resumo" id="{6A5EC31D-0036-426B-9FC9-FF695A1A3D96}">
          <p14:sldIdLst>
            <p14:sldId id="268"/>
            <p14:sldId id="285"/>
          </p14:sldIdLst>
        </p14:section>
        <p14:section name="O Projeto" id="{A2AC94EA-054C-42B4-B989-2D188D1BD1B1}">
          <p14:sldIdLst>
            <p14:sldId id="272"/>
            <p14:sldId id="274"/>
            <p14:sldId id="275"/>
            <p14:sldId id="277"/>
            <p14:sldId id="278"/>
          </p14:sldIdLst>
        </p14:section>
        <p14:section name="Redes e sub-redes" id="{C49CF6E4-EDE5-4035-8AE3-F348499D8D8F}">
          <p14:sldIdLst>
            <p14:sldId id="280"/>
            <p14:sldId id="287"/>
            <p14:sldId id="273"/>
            <p14:sldId id="286"/>
            <p14:sldId id="288"/>
            <p14:sldId id="289"/>
            <p14:sldId id="290"/>
            <p14:sldId id="291"/>
            <p14:sldId id="293"/>
            <p14:sldId id="292"/>
            <p14:sldId id="294"/>
            <p14:sldId id="295"/>
            <p14:sldId id="296"/>
            <p14:sldId id="297"/>
            <p14:sldId id="298"/>
          </p14:sldIdLst>
        </p14:section>
        <p14:section name="Redes Locais Virtuais (Vlan)" id="{4B752F02-48AC-4496-B90E-90872EC22E5F}">
          <p14:sldIdLst>
            <p14:sldId id="281"/>
            <p14:sldId id="299"/>
            <p14:sldId id="301"/>
            <p14:sldId id="303"/>
            <p14:sldId id="304"/>
            <p14:sldId id="302"/>
            <p14:sldId id="305"/>
            <p14:sldId id="311"/>
            <p14:sldId id="312"/>
            <p14:sldId id="313"/>
            <p14:sldId id="300"/>
            <p14:sldId id="306"/>
            <p14:sldId id="307"/>
            <p14:sldId id="308"/>
          </p14:sldIdLst>
        </p14:section>
        <p14:section name="Endereço de IP dinâmico" id="{895DD4F5-2BFF-40BB-8FDB-5F68D563C151}">
          <p14:sldIdLst>
            <p14:sldId id="282"/>
            <p14:sldId id="309"/>
            <p14:sldId id="310"/>
            <p14:sldId id="314"/>
          </p14:sldIdLst>
        </p14:section>
        <p14:section name="Aplicação ao Projeto" id="{89513E9E-0FB8-49A6-954D-E19ED5D14193}">
          <p14:sldIdLst>
            <p14:sldId id="283"/>
            <p14:sldId id="342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4"/>
            <p14:sldId id="325"/>
            <p14:sldId id="323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72" d="100"/>
          <a:sy n="72" d="100"/>
        </p:scale>
        <p:origin x="660" y="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5C5872-DEDE-4B31-8E52-D295CE947E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9CEE810-68BC-42C6-BABB-A0E54B8A3413}">
      <dgm:prSet phldrT="[Texto]"/>
      <dgm:spPr/>
      <dgm:t>
        <a:bodyPr/>
        <a:lstStyle/>
        <a:p>
          <a:r>
            <a:rPr lang="pt-BR" i="1" dirty="0"/>
            <a:t>R1#config t</a:t>
          </a:r>
        </a:p>
      </dgm:t>
    </dgm:pt>
    <dgm:pt modelId="{2F08B96D-AD5F-47C4-BFE3-D03809A38B8E}" type="parTrans" cxnId="{C79EFA35-4899-43A0-BB62-B4E55B798599}">
      <dgm:prSet/>
      <dgm:spPr/>
      <dgm:t>
        <a:bodyPr/>
        <a:lstStyle/>
        <a:p>
          <a:endParaRPr lang="pt-BR"/>
        </a:p>
      </dgm:t>
    </dgm:pt>
    <dgm:pt modelId="{1057F60A-25F7-4AD2-A65D-EF07C3D3705A}" type="sibTrans" cxnId="{C79EFA35-4899-43A0-BB62-B4E55B798599}">
      <dgm:prSet/>
      <dgm:spPr/>
      <dgm:t>
        <a:bodyPr/>
        <a:lstStyle/>
        <a:p>
          <a:endParaRPr lang="pt-BR"/>
        </a:p>
      </dgm:t>
    </dgm:pt>
    <dgm:pt modelId="{E65C6EA6-153D-4A86-9360-00256B1F3D76}">
      <dgm:prSet phldrT="[Texto]"/>
      <dgm:spPr/>
      <dgm:t>
        <a:bodyPr/>
        <a:lstStyle/>
        <a:p>
          <a:r>
            <a:rPr lang="pt-BR" dirty="0"/>
            <a:t>Entra no modo de configuração do terminal</a:t>
          </a:r>
        </a:p>
      </dgm:t>
    </dgm:pt>
    <dgm:pt modelId="{4F6A7B1E-1D3E-4C9D-82DB-53C8B7EBA8DB}" type="parTrans" cxnId="{ACEBEA6B-915D-4F7A-B26A-A969588336B4}">
      <dgm:prSet/>
      <dgm:spPr/>
      <dgm:t>
        <a:bodyPr/>
        <a:lstStyle/>
        <a:p>
          <a:endParaRPr lang="pt-BR"/>
        </a:p>
      </dgm:t>
    </dgm:pt>
    <dgm:pt modelId="{AB7343E6-8B5E-4DAC-8539-31BBA93DD171}" type="sibTrans" cxnId="{ACEBEA6B-915D-4F7A-B26A-A969588336B4}">
      <dgm:prSet/>
      <dgm:spPr/>
      <dgm:t>
        <a:bodyPr/>
        <a:lstStyle/>
        <a:p>
          <a:endParaRPr lang="pt-BR"/>
        </a:p>
      </dgm:t>
    </dgm:pt>
    <dgm:pt modelId="{21FC9E0C-5BE2-4E23-8644-9CA619C1B0C5}">
      <dgm:prSet phldrT="[Texto]"/>
      <dgm:spPr/>
      <dgm:t>
        <a:bodyPr/>
        <a:lstStyle/>
        <a:p>
          <a:r>
            <a:rPr lang="pt-BR" i="1" dirty="0"/>
            <a:t>R1(</a:t>
          </a:r>
          <a:r>
            <a:rPr lang="pt-BR" i="1" dirty="0" err="1"/>
            <a:t>config</a:t>
          </a:r>
          <a:r>
            <a:rPr lang="pt-BR" i="1" dirty="0"/>
            <a:t>)#ip dhcp ?</a:t>
          </a:r>
        </a:p>
      </dgm:t>
    </dgm:pt>
    <dgm:pt modelId="{C5AADBC8-239B-41BD-8EAF-DAD67D95FF5D}" type="parTrans" cxnId="{4F679603-B07F-4975-8D2E-65F0AB6375B1}">
      <dgm:prSet/>
      <dgm:spPr/>
      <dgm:t>
        <a:bodyPr/>
        <a:lstStyle/>
        <a:p>
          <a:endParaRPr lang="pt-BR"/>
        </a:p>
      </dgm:t>
    </dgm:pt>
    <dgm:pt modelId="{7CC10254-FDC4-4719-B1AA-01A3FDE9DCEE}" type="sibTrans" cxnId="{4F679603-B07F-4975-8D2E-65F0AB6375B1}">
      <dgm:prSet/>
      <dgm:spPr/>
      <dgm:t>
        <a:bodyPr/>
        <a:lstStyle/>
        <a:p>
          <a:endParaRPr lang="pt-BR"/>
        </a:p>
      </dgm:t>
    </dgm:pt>
    <dgm:pt modelId="{EFB1CCDF-FA26-4E1B-9BC7-1D1AA03B74EC}">
      <dgm:prSet phldrT="[Texto]"/>
      <dgm:spPr/>
      <dgm:t>
        <a:bodyPr/>
        <a:lstStyle/>
        <a:p>
          <a:r>
            <a:rPr lang="pt-BR" dirty="0"/>
            <a:t>Vê todos os comandos de configuração DHCP no formato IPv4</a:t>
          </a:r>
        </a:p>
      </dgm:t>
    </dgm:pt>
    <dgm:pt modelId="{468CBB2B-CB99-4DC4-B7D2-1FD5F0B1D05F}" type="parTrans" cxnId="{543E5E28-07AB-4C93-AD6D-89F010C51CA8}">
      <dgm:prSet/>
      <dgm:spPr/>
      <dgm:t>
        <a:bodyPr/>
        <a:lstStyle/>
        <a:p>
          <a:endParaRPr lang="pt-BR"/>
        </a:p>
      </dgm:t>
    </dgm:pt>
    <dgm:pt modelId="{4AFD18C5-53A7-47BB-A1E9-CC449E48ADF1}" type="sibTrans" cxnId="{543E5E28-07AB-4C93-AD6D-89F010C51CA8}">
      <dgm:prSet/>
      <dgm:spPr/>
      <dgm:t>
        <a:bodyPr/>
        <a:lstStyle/>
        <a:p>
          <a:endParaRPr lang="pt-BR"/>
        </a:p>
      </dgm:t>
    </dgm:pt>
    <dgm:pt modelId="{3C25E257-69ED-44B2-B4C7-501C23C77E74}" type="pres">
      <dgm:prSet presAssocID="{965C5872-DEDE-4B31-8E52-D295CE947EAC}" presName="linear" presStyleCnt="0">
        <dgm:presLayoutVars>
          <dgm:animLvl val="lvl"/>
          <dgm:resizeHandles val="exact"/>
        </dgm:presLayoutVars>
      </dgm:prSet>
      <dgm:spPr/>
    </dgm:pt>
    <dgm:pt modelId="{A7AA337D-43BB-4A7B-B819-DB0F4FBA8749}" type="pres">
      <dgm:prSet presAssocID="{89CEE810-68BC-42C6-BABB-A0E54B8A341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12D91D-95EC-40EF-A51E-B0C7BB71F421}" type="pres">
      <dgm:prSet presAssocID="{89CEE810-68BC-42C6-BABB-A0E54B8A3413}" presName="childText" presStyleLbl="revTx" presStyleIdx="0" presStyleCnt="2">
        <dgm:presLayoutVars>
          <dgm:bulletEnabled val="1"/>
        </dgm:presLayoutVars>
      </dgm:prSet>
      <dgm:spPr/>
    </dgm:pt>
    <dgm:pt modelId="{6EA14496-03D0-4AF1-AD9D-F3887B0D6453}" type="pres">
      <dgm:prSet presAssocID="{21FC9E0C-5BE2-4E23-8644-9CA619C1B0C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2D8FB3D-0C18-4BFA-A20F-C421D8601647}" type="pres">
      <dgm:prSet presAssocID="{21FC9E0C-5BE2-4E23-8644-9CA619C1B0C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F679603-B07F-4975-8D2E-65F0AB6375B1}" srcId="{965C5872-DEDE-4B31-8E52-D295CE947EAC}" destId="{21FC9E0C-5BE2-4E23-8644-9CA619C1B0C5}" srcOrd="1" destOrd="0" parTransId="{C5AADBC8-239B-41BD-8EAF-DAD67D95FF5D}" sibTransId="{7CC10254-FDC4-4719-B1AA-01A3FDE9DCEE}"/>
    <dgm:cxn modelId="{776AB50E-68ED-42C8-AEC2-73D0F42D52AB}" type="presOf" srcId="{21FC9E0C-5BE2-4E23-8644-9CA619C1B0C5}" destId="{6EA14496-03D0-4AF1-AD9D-F3887B0D6453}" srcOrd="0" destOrd="0" presId="urn:microsoft.com/office/officeart/2005/8/layout/vList2"/>
    <dgm:cxn modelId="{543E5E28-07AB-4C93-AD6D-89F010C51CA8}" srcId="{21FC9E0C-5BE2-4E23-8644-9CA619C1B0C5}" destId="{EFB1CCDF-FA26-4E1B-9BC7-1D1AA03B74EC}" srcOrd="0" destOrd="0" parTransId="{468CBB2B-CB99-4DC4-B7D2-1FD5F0B1D05F}" sibTransId="{4AFD18C5-53A7-47BB-A1E9-CC449E48ADF1}"/>
    <dgm:cxn modelId="{C79EFA35-4899-43A0-BB62-B4E55B798599}" srcId="{965C5872-DEDE-4B31-8E52-D295CE947EAC}" destId="{89CEE810-68BC-42C6-BABB-A0E54B8A3413}" srcOrd="0" destOrd="0" parTransId="{2F08B96D-AD5F-47C4-BFE3-D03809A38B8E}" sibTransId="{1057F60A-25F7-4AD2-A65D-EF07C3D3705A}"/>
    <dgm:cxn modelId="{776E5040-41C5-4E87-95FA-27BD81A0D234}" type="presOf" srcId="{E65C6EA6-153D-4A86-9360-00256B1F3D76}" destId="{9F12D91D-95EC-40EF-A51E-B0C7BB71F421}" srcOrd="0" destOrd="0" presId="urn:microsoft.com/office/officeart/2005/8/layout/vList2"/>
    <dgm:cxn modelId="{AFE1B949-CC98-4A99-BBF5-C40525422EF4}" type="presOf" srcId="{EFB1CCDF-FA26-4E1B-9BC7-1D1AA03B74EC}" destId="{D2D8FB3D-0C18-4BFA-A20F-C421D8601647}" srcOrd="0" destOrd="0" presId="urn:microsoft.com/office/officeart/2005/8/layout/vList2"/>
    <dgm:cxn modelId="{70E5A76B-1DA6-496E-AA2B-08AFDAB37E39}" type="presOf" srcId="{89CEE810-68BC-42C6-BABB-A0E54B8A3413}" destId="{A7AA337D-43BB-4A7B-B819-DB0F4FBA8749}" srcOrd="0" destOrd="0" presId="urn:microsoft.com/office/officeart/2005/8/layout/vList2"/>
    <dgm:cxn modelId="{ACEBEA6B-915D-4F7A-B26A-A969588336B4}" srcId="{89CEE810-68BC-42C6-BABB-A0E54B8A3413}" destId="{E65C6EA6-153D-4A86-9360-00256B1F3D76}" srcOrd="0" destOrd="0" parTransId="{4F6A7B1E-1D3E-4C9D-82DB-53C8B7EBA8DB}" sibTransId="{AB7343E6-8B5E-4DAC-8539-31BBA93DD171}"/>
    <dgm:cxn modelId="{B304A68B-EF22-467C-A422-A39C1DE92A78}" type="presOf" srcId="{965C5872-DEDE-4B31-8E52-D295CE947EAC}" destId="{3C25E257-69ED-44B2-B4C7-501C23C77E74}" srcOrd="0" destOrd="0" presId="urn:microsoft.com/office/officeart/2005/8/layout/vList2"/>
    <dgm:cxn modelId="{53769A04-F95D-400B-B737-3B7C5B2C6EC8}" type="presParOf" srcId="{3C25E257-69ED-44B2-B4C7-501C23C77E74}" destId="{A7AA337D-43BB-4A7B-B819-DB0F4FBA8749}" srcOrd="0" destOrd="0" presId="urn:microsoft.com/office/officeart/2005/8/layout/vList2"/>
    <dgm:cxn modelId="{509D9555-A7DD-47EF-AA07-AFA52DAE5D1A}" type="presParOf" srcId="{3C25E257-69ED-44B2-B4C7-501C23C77E74}" destId="{9F12D91D-95EC-40EF-A51E-B0C7BB71F421}" srcOrd="1" destOrd="0" presId="urn:microsoft.com/office/officeart/2005/8/layout/vList2"/>
    <dgm:cxn modelId="{26C18712-9E10-4028-AA5D-38C80221048F}" type="presParOf" srcId="{3C25E257-69ED-44B2-B4C7-501C23C77E74}" destId="{6EA14496-03D0-4AF1-AD9D-F3887B0D6453}" srcOrd="2" destOrd="0" presId="urn:microsoft.com/office/officeart/2005/8/layout/vList2"/>
    <dgm:cxn modelId="{925AD571-8760-4EE0-B7A8-681150D2FDDA}" type="presParOf" srcId="{3C25E257-69ED-44B2-B4C7-501C23C77E74}" destId="{D2D8FB3D-0C18-4BFA-A20F-C421D860164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5C5872-DEDE-4B31-8E52-D295CE947E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9CEE810-68BC-42C6-BABB-A0E54B8A3413}">
      <dgm:prSet phldrT="[Texto]"/>
      <dgm:spPr/>
      <dgm:t>
        <a:bodyPr/>
        <a:lstStyle/>
        <a:p>
          <a:r>
            <a:rPr lang="pt-BR" i="1" dirty="0"/>
            <a:t>R1#config t</a:t>
          </a:r>
        </a:p>
      </dgm:t>
    </dgm:pt>
    <dgm:pt modelId="{2F08B96D-AD5F-47C4-BFE3-D03809A38B8E}" type="parTrans" cxnId="{C79EFA35-4899-43A0-BB62-B4E55B798599}">
      <dgm:prSet/>
      <dgm:spPr/>
      <dgm:t>
        <a:bodyPr/>
        <a:lstStyle/>
        <a:p>
          <a:endParaRPr lang="pt-BR"/>
        </a:p>
      </dgm:t>
    </dgm:pt>
    <dgm:pt modelId="{1057F60A-25F7-4AD2-A65D-EF07C3D3705A}" type="sibTrans" cxnId="{C79EFA35-4899-43A0-BB62-B4E55B798599}">
      <dgm:prSet/>
      <dgm:spPr/>
      <dgm:t>
        <a:bodyPr/>
        <a:lstStyle/>
        <a:p>
          <a:endParaRPr lang="pt-BR"/>
        </a:p>
      </dgm:t>
    </dgm:pt>
    <dgm:pt modelId="{E65C6EA6-153D-4A86-9360-00256B1F3D76}">
      <dgm:prSet phldrT="[Texto]"/>
      <dgm:spPr/>
      <dgm:t>
        <a:bodyPr/>
        <a:lstStyle/>
        <a:p>
          <a:r>
            <a:rPr lang="pt-BR" dirty="0"/>
            <a:t>Entra no modo de configuração do terminal</a:t>
          </a:r>
        </a:p>
      </dgm:t>
    </dgm:pt>
    <dgm:pt modelId="{4F6A7B1E-1D3E-4C9D-82DB-53C8B7EBA8DB}" type="parTrans" cxnId="{ACEBEA6B-915D-4F7A-B26A-A969588336B4}">
      <dgm:prSet/>
      <dgm:spPr/>
      <dgm:t>
        <a:bodyPr/>
        <a:lstStyle/>
        <a:p>
          <a:endParaRPr lang="pt-BR"/>
        </a:p>
      </dgm:t>
    </dgm:pt>
    <dgm:pt modelId="{AB7343E6-8B5E-4DAC-8539-31BBA93DD171}" type="sibTrans" cxnId="{ACEBEA6B-915D-4F7A-B26A-A969588336B4}">
      <dgm:prSet/>
      <dgm:spPr/>
      <dgm:t>
        <a:bodyPr/>
        <a:lstStyle/>
        <a:p>
          <a:endParaRPr lang="pt-BR"/>
        </a:p>
      </dgm:t>
    </dgm:pt>
    <dgm:pt modelId="{21FC9E0C-5BE2-4E23-8644-9CA619C1B0C5}">
      <dgm:prSet phldrT="[Texto]"/>
      <dgm:spPr/>
      <dgm:t>
        <a:bodyPr/>
        <a:lstStyle/>
        <a:p>
          <a:r>
            <a:rPr lang="pt-BR" i="1" dirty="0"/>
            <a:t>R1(</a:t>
          </a:r>
          <a:r>
            <a:rPr lang="pt-BR" i="1" dirty="0" err="1"/>
            <a:t>config</a:t>
          </a:r>
          <a:r>
            <a:rPr lang="pt-BR" i="1" dirty="0"/>
            <a:t>)#ip dhcp </a:t>
          </a:r>
          <a:r>
            <a:rPr lang="pt-BR" i="1" dirty="0" err="1"/>
            <a:t>excluded-address</a:t>
          </a:r>
          <a:r>
            <a:rPr lang="pt-BR" i="1" dirty="0"/>
            <a:t> </a:t>
          </a:r>
          <a:r>
            <a:rPr lang="pt-BR" i="0" dirty="0"/>
            <a:t>[Endereço IP]</a:t>
          </a:r>
        </a:p>
      </dgm:t>
    </dgm:pt>
    <dgm:pt modelId="{C5AADBC8-239B-41BD-8EAF-DAD67D95FF5D}" type="parTrans" cxnId="{4F679603-B07F-4975-8D2E-65F0AB6375B1}">
      <dgm:prSet/>
      <dgm:spPr/>
      <dgm:t>
        <a:bodyPr/>
        <a:lstStyle/>
        <a:p>
          <a:endParaRPr lang="pt-BR"/>
        </a:p>
      </dgm:t>
    </dgm:pt>
    <dgm:pt modelId="{7CC10254-FDC4-4719-B1AA-01A3FDE9DCEE}" type="sibTrans" cxnId="{4F679603-B07F-4975-8D2E-65F0AB6375B1}">
      <dgm:prSet/>
      <dgm:spPr/>
      <dgm:t>
        <a:bodyPr/>
        <a:lstStyle/>
        <a:p>
          <a:endParaRPr lang="pt-BR"/>
        </a:p>
      </dgm:t>
    </dgm:pt>
    <dgm:pt modelId="{EFB1CCDF-FA26-4E1B-9BC7-1D1AA03B74EC}">
      <dgm:prSet phldrT="[Texto]"/>
      <dgm:spPr/>
      <dgm:t>
        <a:bodyPr/>
        <a:lstStyle/>
        <a:p>
          <a:r>
            <a:rPr lang="pt-BR" dirty="0"/>
            <a:t>Especifica endereços IP que não serão distribuídos de forma dinâmica ou pelo formato DHCP. </a:t>
          </a:r>
          <a:r>
            <a:rPr lang="pt-BR" dirty="0" err="1"/>
            <a:t>Ex</a:t>
          </a:r>
          <a:r>
            <a:rPr lang="pt-BR" dirty="0"/>
            <a:t>: Endereços IP estáticos.</a:t>
          </a:r>
        </a:p>
      </dgm:t>
    </dgm:pt>
    <dgm:pt modelId="{468CBB2B-CB99-4DC4-B7D2-1FD5F0B1D05F}" type="parTrans" cxnId="{543E5E28-07AB-4C93-AD6D-89F010C51CA8}">
      <dgm:prSet/>
      <dgm:spPr/>
      <dgm:t>
        <a:bodyPr/>
        <a:lstStyle/>
        <a:p>
          <a:endParaRPr lang="pt-BR"/>
        </a:p>
      </dgm:t>
    </dgm:pt>
    <dgm:pt modelId="{4AFD18C5-53A7-47BB-A1E9-CC449E48ADF1}" type="sibTrans" cxnId="{543E5E28-07AB-4C93-AD6D-89F010C51CA8}">
      <dgm:prSet/>
      <dgm:spPr/>
      <dgm:t>
        <a:bodyPr/>
        <a:lstStyle/>
        <a:p>
          <a:endParaRPr lang="pt-BR"/>
        </a:p>
      </dgm:t>
    </dgm:pt>
    <dgm:pt modelId="{3C25E257-69ED-44B2-B4C7-501C23C77E74}" type="pres">
      <dgm:prSet presAssocID="{965C5872-DEDE-4B31-8E52-D295CE947EAC}" presName="linear" presStyleCnt="0">
        <dgm:presLayoutVars>
          <dgm:animLvl val="lvl"/>
          <dgm:resizeHandles val="exact"/>
        </dgm:presLayoutVars>
      </dgm:prSet>
      <dgm:spPr/>
    </dgm:pt>
    <dgm:pt modelId="{A7AA337D-43BB-4A7B-B819-DB0F4FBA8749}" type="pres">
      <dgm:prSet presAssocID="{89CEE810-68BC-42C6-BABB-A0E54B8A341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12D91D-95EC-40EF-A51E-B0C7BB71F421}" type="pres">
      <dgm:prSet presAssocID="{89CEE810-68BC-42C6-BABB-A0E54B8A3413}" presName="childText" presStyleLbl="revTx" presStyleIdx="0" presStyleCnt="2">
        <dgm:presLayoutVars>
          <dgm:bulletEnabled val="1"/>
        </dgm:presLayoutVars>
      </dgm:prSet>
      <dgm:spPr/>
    </dgm:pt>
    <dgm:pt modelId="{6EA14496-03D0-4AF1-AD9D-F3887B0D6453}" type="pres">
      <dgm:prSet presAssocID="{21FC9E0C-5BE2-4E23-8644-9CA619C1B0C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2D8FB3D-0C18-4BFA-A20F-C421D8601647}" type="pres">
      <dgm:prSet presAssocID="{21FC9E0C-5BE2-4E23-8644-9CA619C1B0C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F679603-B07F-4975-8D2E-65F0AB6375B1}" srcId="{965C5872-DEDE-4B31-8E52-D295CE947EAC}" destId="{21FC9E0C-5BE2-4E23-8644-9CA619C1B0C5}" srcOrd="1" destOrd="0" parTransId="{C5AADBC8-239B-41BD-8EAF-DAD67D95FF5D}" sibTransId="{7CC10254-FDC4-4719-B1AA-01A3FDE9DCEE}"/>
    <dgm:cxn modelId="{776AB50E-68ED-42C8-AEC2-73D0F42D52AB}" type="presOf" srcId="{21FC9E0C-5BE2-4E23-8644-9CA619C1B0C5}" destId="{6EA14496-03D0-4AF1-AD9D-F3887B0D6453}" srcOrd="0" destOrd="0" presId="urn:microsoft.com/office/officeart/2005/8/layout/vList2"/>
    <dgm:cxn modelId="{543E5E28-07AB-4C93-AD6D-89F010C51CA8}" srcId="{21FC9E0C-5BE2-4E23-8644-9CA619C1B0C5}" destId="{EFB1CCDF-FA26-4E1B-9BC7-1D1AA03B74EC}" srcOrd="0" destOrd="0" parTransId="{468CBB2B-CB99-4DC4-B7D2-1FD5F0B1D05F}" sibTransId="{4AFD18C5-53A7-47BB-A1E9-CC449E48ADF1}"/>
    <dgm:cxn modelId="{C79EFA35-4899-43A0-BB62-B4E55B798599}" srcId="{965C5872-DEDE-4B31-8E52-D295CE947EAC}" destId="{89CEE810-68BC-42C6-BABB-A0E54B8A3413}" srcOrd="0" destOrd="0" parTransId="{2F08B96D-AD5F-47C4-BFE3-D03809A38B8E}" sibTransId="{1057F60A-25F7-4AD2-A65D-EF07C3D3705A}"/>
    <dgm:cxn modelId="{776E5040-41C5-4E87-95FA-27BD81A0D234}" type="presOf" srcId="{E65C6EA6-153D-4A86-9360-00256B1F3D76}" destId="{9F12D91D-95EC-40EF-A51E-B0C7BB71F421}" srcOrd="0" destOrd="0" presId="urn:microsoft.com/office/officeart/2005/8/layout/vList2"/>
    <dgm:cxn modelId="{AFE1B949-CC98-4A99-BBF5-C40525422EF4}" type="presOf" srcId="{EFB1CCDF-FA26-4E1B-9BC7-1D1AA03B74EC}" destId="{D2D8FB3D-0C18-4BFA-A20F-C421D8601647}" srcOrd="0" destOrd="0" presId="urn:microsoft.com/office/officeart/2005/8/layout/vList2"/>
    <dgm:cxn modelId="{70E5A76B-1DA6-496E-AA2B-08AFDAB37E39}" type="presOf" srcId="{89CEE810-68BC-42C6-BABB-A0E54B8A3413}" destId="{A7AA337D-43BB-4A7B-B819-DB0F4FBA8749}" srcOrd="0" destOrd="0" presId="urn:microsoft.com/office/officeart/2005/8/layout/vList2"/>
    <dgm:cxn modelId="{ACEBEA6B-915D-4F7A-B26A-A969588336B4}" srcId="{89CEE810-68BC-42C6-BABB-A0E54B8A3413}" destId="{E65C6EA6-153D-4A86-9360-00256B1F3D76}" srcOrd="0" destOrd="0" parTransId="{4F6A7B1E-1D3E-4C9D-82DB-53C8B7EBA8DB}" sibTransId="{AB7343E6-8B5E-4DAC-8539-31BBA93DD171}"/>
    <dgm:cxn modelId="{B304A68B-EF22-467C-A422-A39C1DE92A78}" type="presOf" srcId="{965C5872-DEDE-4B31-8E52-D295CE947EAC}" destId="{3C25E257-69ED-44B2-B4C7-501C23C77E74}" srcOrd="0" destOrd="0" presId="urn:microsoft.com/office/officeart/2005/8/layout/vList2"/>
    <dgm:cxn modelId="{53769A04-F95D-400B-B737-3B7C5B2C6EC8}" type="presParOf" srcId="{3C25E257-69ED-44B2-B4C7-501C23C77E74}" destId="{A7AA337D-43BB-4A7B-B819-DB0F4FBA8749}" srcOrd="0" destOrd="0" presId="urn:microsoft.com/office/officeart/2005/8/layout/vList2"/>
    <dgm:cxn modelId="{509D9555-A7DD-47EF-AA07-AFA52DAE5D1A}" type="presParOf" srcId="{3C25E257-69ED-44B2-B4C7-501C23C77E74}" destId="{9F12D91D-95EC-40EF-A51E-B0C7BB71F421}" srcOrd="1" destOrd="0" presId="urn:microsoft.com/office/officeart/2005/8/layout/vList2"/>
    <dgm:cxn modelId="{26C18712-9E10-4028-AA5D-38C80221048F}" type="presParOf" srcId="{3C25E257-69ED-44B2-B4C7-501C23C77E74}" destId="{6EA14496-03D0-4AF1-AD9D-F3887B0D6453}" srcOrd="2" destOrd="0" presId="urn:microsoft.com/office/officeart/2005/8/layout/vList2"/>
    <dgm:cxn modelId="{925AD571-8760-4EE0-B7A8-681150D2FDDA}" type="presParOf" srcId="{3C25E257-69ED-44B2-B4C7-501C23C77E74}" destId="{D2D8FB3D-0C18-4BFA-A20F-C421D860164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5C5872-DEDE-4B31-8E52-D295CE947E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9CEE810-68BC-42C6-BABB-A0E54B8A3413}">
      <dgm:prSet phldrT="[Texto]"/>
      <dgm:spPr/>
      <dgm:t>
        <a:bodyPr/>
        <a:lstStyle/>
        <a:p>
          <a:r>
            <a:rPr lang="pt-BR" i="1" dirty="0"/>
            <a:t>R1#config t</a:t>
          </a:r>
        </a:p>
      </dgm:t>
    </dgm:pt>
    <dgm:pt modelId="{2F08B96D-AD5F-47C4-BFE3-D03809A38B8E}" type="parTrans" cxnId="{C79EFA35-4899-43A0-BB62-B4E55B798599}">
      <dgm:prSet/>
      <dgm:spPr/>
      <dgm:t>
        <a:bodyPr/>
        <a:lstStyle/>
        <a:p>
          <a:endParaRPr lang="pt-BR"/>
        </a:p>
      </dgm:t>
    </dgm:pt>
    <dgm:pt modelId="{1057F60A-25F7-4AD2-A65D-EF07C3D3705A}" type="sibTrans" cxnId="{C79EFA35-4899-43A0-BB62-B4E55B798599}">
      <dgm:prSet/>
      <dgm:spPr/>
      <dgm:t>
        <a:bodyPr/>
        <a:lstStyle/>
        <a:p>
          <a:endParaRPr lang="pt-BR"/>
        </a:p>
      </dgm:t>
    </dgm:pt>
    <dgm:pt modelId="{E65C6EA6-153D-4A86-9360-00256B1F3D76}">
      <dgm:prSet phldrT="[Texto]"/>
      <dgm:spPr/>
      <dgm:t>
        <a:bodyPr/>
        <a:lstStyle/>
        <a:p>
          <a:r>
            <a:rPr lang="pt-BR" dirty="0"/>
            <a:t>Entra no modo de configuração do terminal</a:t>
          </a:r>
        </a:p>
      </dgm:t>
    </dgm:pt>
    <dgm:pt modelId="{4F6A7B1E-1D3E-4C9D-82DB-53C8B7EBA8DB}" type="parTrans" cxnId="{ACEBEA6B-915D-4F7A-B26A-A969588336B4}">
      <dgm:prSet/>
      <dgm:spPr/>
      <dgm:t>
        <a:bodyPr/>
        <a:lstStyle/>
        <a:p>
          <a:endParaRPr lang="pt-BR"/>
        </a:p>
      </dgm:t>
    </dgm:pt>
    <dgm:pt modelId="{AB7343E6-8B5E-4DAC-8539-31BBA93DD171}" type="sibTrans" cxnId="{ACEBEA6B-915D-4F7A-B26A-A969588336B4}">
      <dgm:prSet/>
      <dgm:spPr/>
      <dgm:t>
        <a:bodyPr/>
        <a:lstStyle/>
        <a:p>
          <a:endParaRPr lang="pt-BR"/>
        </a:p>
      </dgm:t>
    </dgm:pt>
    <dgm:pt modelId="{21FC9E0C-5BE2-4E23-8644-9CA619C1B0C5}">
      <dgm:prSet phldrT="[Texto]"/>
      <dgm:spPr/>
      <dgm:t>
        <a:bodyPr/>
        <a:lstStyle/>
        <a:p>
          <a:r>
            <a:rPr lang="pt-BR" i="1" dirty="0"/>
            <a:t>R1(</a:t>
          </a:r>
          <a:r>
            <a:rPr lang="pt-BR" i="1" dirty="0" err="1"/>
            <a:t>config</a:t>
          </a:r>
          <a:r>
            <a:rPr lang="pt-BR" i="1" dirty="0"/>
            <a:t>)#ip dhcp pool </a:t>
          </a:r>
          <a:r>
            <a:rPr lang="pt-BR" i="0" dirty="0"/>
            <a:t>[Nome da Pool]</a:t>
          </a:r>
        </a:p>
      </dgm:t>
    </dgm:pt>
    <dgm:pt modelId="{C5AADBC8-239B-41BD-8EAF-DAD67D95FF5D}" type="parTrans" cxnId="{4F679603-B07F-4975-8D2E-65F0AB6375B1}">
      <dgm:prSet/>
      <dgm:spPr/>
      <dgm:t>
        <a:bodyPr/>
        <a:lstStyle/>
        <a:p>
          <a:endParaRPr lang="pt-BR"/>
        </a:p>
      </dgm:t>
    </dgm:pt>
    <dgm:pt modelId="{7CC10254-FDC4-4719-B1AA-01A3FDE9DCEE}" type="sibTrans" cxnId="{4F679603-B07F-4975-8D2E-65F0AB6375B1}">
      <dgm:prSet/>
      <dgm:spPr/>
      <dgm:t>
        <a:bodyPr/>
        <a:lstStyle/>
        <a:p>
          <a:endParaRPr lang="pt-BR"/>
        </a:p>
      </dgm:t>
    </dgm:pt>
    <dgm:pt modelId="{EFB1CCDF-FA26-4E1B-9BC7-1D1AA03B74EC}">
      <dgm:prSet phldrT="[Texto]"/>
      <dgm:spPr/>
      <dgm:t>
        <a:bodyPr/>
        <a:lstStyle/>
        <a:p>
          <a:r>
            <a:rPr lang="pt-BR" dirty="0"/>
            <a:t>Cria</a:t>
          </a:r>
          <a:r>
            <a:rPr lang="pt-BR" baseline="0" dirty="0"/>
            <a:t> uma pool de Endereços dinâmicos</a:t>
          </a:r>
          <a:endParaRPr lang="pt-BR" dirty="0"/>
        </a:p>
      </dgm:t>
    </dgm:pt>
    <dgm:pt modelId="{468CBB2B-CB99-4DC4-B7D2-1FD5F0B1D05F}" type="parTrans" cxnId="{543E5E28-07AB-4C93-AD6D-89F010C51CA8}">
      <dgm:prSet/>
      <dgm:spPr/>
      <dgm:t>
        <a:bodyPr/>
        <a:lstStyle/>
        <a:p>
          <a:endParaRPr lang="pt-BR"/>
        </a:p>
      </dgm:t>
    </dgm:pt>
    <dgm:pt modelId="{4AFD18C5-53A7-47BB-A1E9-CC449E48ADF1}" type="sibTrans" cxnId="{543E5E28-07AB-4C93-AD6D-89F010C51CA8}">
      <dgm:prSet/>
      <dgm:spPr/>
      <dgm:t>
        <a:bodyPr/>
        <a:lstStyle/>
        <a:p>
          <a:endParaRPr lang="pt-BR"/>
        </a:p>
      </dgm:t>
    </dgm:pt>
    <dgm:pt modelId="{49D59AB5-95E0-40AD-9179-9F9D1F40484E}">
      <dgm:prSet phldrT="[Texto]"/>
      <dgm:spPr/>
      <dgm:t>
        <a:bodyPr/>
        <a:lstStyle/>
        <a:p>
          <a:r>
            <a:rPr lang="pt-BR" dirty="0"/>
            <a:t>Entra no modo de configuração de uma nova pool ou de uma existente</a:t>
          </a:r>
        </a:p>
      </dgm:t>
    </dgm:pt>
    <dgm:pt modelId="{E7492E5A-E268-4A97-A371-64C340B77F02}" type="parTrans" cxnId="{3C540EFA-2A95-41D2-9C83-AD47335831F9}">
      <dgm:prSet/>
      <dgm:spPr/>
      <dgm:t>
        <a:bodyPr/>
        <a:lstStyle/>
        <a:p>
          <a:endParaRPr lang="pt-BR"/>
        </a:p>
      </dgm:t>
    </dgm:pt>
    <dgm:pt modelId="{073B4ED2-0D5B-4ECC-80B6-0732CE0B121E}" type="sibTrans" cxnId="{3C540EFA-2A95-41D2-9C83-AD47335831F9}">
      <dgm:prSet/>
      <dgm:spPr/>
      <dgm:t>
        <a:bodyPr/>
        <a:lstStyle/>
        <a:p>
          <a:endParaRPr lang="pt-BR"/>
        </a:p>
      </dgm:t>
    </dgm:pt>
    <dgm:pt modelId="{3C25E257-69ED-44B2-B4C7-501C23C77E74}" type="pres">
      <dgm:prSet presAssocID="{965C5872-DEDE-4B31-8E52-D295CE947EAC}" presName="linear" presStyleCnt="0">
        <dgm:presLayoutVars>
          <dgm:animLvl val="lvl"/>
          <dgm:resizeHandles val="exact"/>
        </dgm:presLayoutVars>
      </dgm:prSet>
      <dgm:spPr/>
    </dgm:pt>
    <dgm:pt modelId="{A7AA337D-43BB-4A7B-B819-DB0F4FBA8749}" type="pres">
      <dgm:prSet presAssocID="{89CEE810-68BC-42C6-BABB-A0E54B8A341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F12D91D-95EC-40EF-A51E-B0C7BB71F421}" type="pres">
      <dgm:prSet presAssocID="{89CEE810-68BC-42C6-BABB-A0E54B8A3413}" presName="childText" presStyleLbl="revTx" presStyleIdx="0" presStyleCnt="2">
        <dgm:presLayoutVars>
          <dgm:bulletEnabled val="1"/>
        </dgm:presLayoutVars>
      </dgm:prSet>
      <dgm:spPr/>
    </dgm:pt>
    <dgm:pt modelId="{6EA14496-03D0-4AF1-AD9D-F3887B0D6453}" type="pres">
      <dgm:prSet presAssocID="{21FC9E0C-5BE2-4E23-8644-9CA619C1B0C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2D8FB3D-0C18-4BFA-A20F-C421D8601647}" type="pres">
      <dgm:prSet presAssocID="{21FC9E0C-5BE2-4E23-8644-9CA619C1B0C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F679603-B07F-4975-8D2E-65F0AB6375B1}" srcId="{965C5872-DEDE-4B31-8E52-D295CE947EAC}" destId="{21FC9E0C-5BE2-4E23-8644-9CA619C1B0C5}" srcOrd="1" destOrd="0" parTransId="{C5AADBC8-239B-41BD-8EAF-DAD67D95FF5D}" sibTransId="{7CC10254-FDC4-4719-B1AA-01A3FDE9DCEE}"/>
    <dgm:cxn modelId="{776AB50E-68ED-42C8-AEC2-73D0F42D52AB}" type="presOf" srcId="{21FC9E0C-5BE2-4E23-8644-9CA619C1B0C5}" destId="{6EA14496-03D0-4AF1-AD9D-F3887B0D6453}" srcOrd="0" destOrd="0" presId="urn:microsoft.com/office/officeart/2005/8/layout/vList2"/>
    <dgm:cxn modelId="{543E5E28-07AB-4C93-AD6D-89F010C51CA8}" srcId="{21FC9E0C-5BE2-4E23-8644-9CA619C1B0C5}" destId="{EFB1CCDF-FA26-4E1B-9BC7-1D1AA03B74EC}" srcOrd="0" destOrd="0" parTransId="{468CBB2B-CB99-4DC4-B7D2-1FD5F0B1D05F}" sibTransId="{4AFD18C5-53A7-47BB-A1E9-CC449E48ADF1}"/>
    <dgm:cxn modelId="{C79EFA35-4899-43A0-BB62-B4E55B798599}" srcId="{965C5872-DEDE-4B31-8E52-D295CE947EAC}" destId="{89CEE810-68BC-42C6-BABB-A0E54B8A3413}" srcOrd="0" destOrd="0" parTransId="{2F08B96D-AD5F-47C4-BFE3-D03809A38B8E}" sibTransId="{1057F60A-25F7-4AD2-A65D-EF07C3D3705A}"/>
    <dgm:cxn modelId="{776E5040-41C5-4E87-95FA-27BD81A0D234}" type="presOf" srcId="{E65C6EA6-153D-4A86-9360-00256B1F3D76}" destId="{9F12D91D-95EC-40EF-A51E-B0C7BB71F421}" srcOrd="0" destOrd="0" presId="urn:microsoft.com/office/officeart/2005/8/layout/vList2"/>
    <dgm:cxn modelId="{AFE1B949-CC98-4A99-BBF5-C40525422EF4}" type="presOf" srcId="{EFB1CCDF-FA26-4E1B-9BC7-1D1AA03B74EC}" destId="{D2D8FB3D-0C18-4BFA-A20F-C421D8601647}" srcOrd="0" destOrd="0" presId="urn:microsoft.com/office/officeart/2005/8/layout/vList2"/>
    <dgm:cxn modelId="{70E5A76B-1DA6-496E-AA2B-08AFDAB37E39}" type="presOf" srcId="{89CEE810-68BC-42C6-BABB-A0E54B8A3413}" destId="{A7AA337D-43BB-4A7B-B819-DB0F4FBA8749}" srcOrd="0" destOrd="0" presId="urn:microsoft.com/office/officeart/2005/8/layout/vList2"/>
    <dgm:cxn modelId="{ACEBEA6B-915D-4F7A-B26A-A969588336B4}" srcId="{89CEE810-68BC-42C6-BABB-A0E54B8A3413}" destId="{E65C6EA6-153D-4A86-9360-00256B1F3D76}" srcOrd="0" destOrd="0" parTransId="{4F6A7B1E-1D3E-4C9D-82DB-53C8B7EBA8DB}" sibTransId="{AB7343E6-8B5E-4DAC-8539-31BBA93DD171}"/>
    <dgm:cxn modelId="{F5E7C285-5728-4AFF-B4AB-597FCAB79E79}" type="presOf" srcId="{49D59AB5-95E0-40AD-9179-9F9D1F40484E}" destId="{D2D8FB3D-0C18-4BFA-A20F-C421D8601647}" srcOrd="0" destOrd="1" presId="urn:microsoft.com/office/officeart/2005/8/layout/vList2"/>
    <dgm:cxn modelId="{B304A68B-EF22-467C-A422-A39C1DE92A78}" type="presOf" srcId="{965C5872-DEDE-4B31-8E52-D295CE947EAC}" destId="{3C25E257-69ED-44B2-B4C7-501C23C77E74}" srcOrd="0" destOrd="0" presId="urn:microsoft.com/office/officeart/2005/8/layout/vList2"/>
    <dgm:cxn modelId="{3C540EFA-2A95-41D2-9C83-AD47335831F9}" srcId="{21FC9E0C-5BE2-4E23-8644-9CA619C1B0C5}" destId="{49D59AB5-95E0-40AD-9179-9F9D1F40484E}" srcOrd="1" destOrd="0" parTransId="{E7492E5A-E268-4A97-A371-64C340B77F02}" sibTransId="{073B4ED2-0D5B-4ECC-80B6-0732CE0B121E}"/>
    <dgm:cxn modelId="{53769A04-F95D-400B-B737-3B7C5B2C6EC8}" type="presParOf" srcId="{3C25E257-69ED-44B2-B4C7-501C23C77E74}" destId="{A7AA337D-43BB-4A7B-B819-DB0F4FBA8749}" srcOrd="0" destOrd="0" presId="urn:microsoft.com/office/officeart/2005/8/layout/vList2"/>
    <dgm:cxn modelId="{509D9555-A7DD-47EF-AA07-AFA52DAE5D1A}" type="presParOf" srcId="{3C25E257-69ED-44B2-B4C7-501C23C77E74}" destId="{9F12D91D-95EC-40EF-A51E-B0C7BB71F421}" srcOrd="1" destOrd="0" presId="urn:microsoft.com/office/officeart/2005/8/layout/vList2"/>
    <dgm:cxn modelId="{26C18712-9E10-4028-AA5D-38C80221048F}" type="presParOf" srcId="{3C25E257-69ED-44B2-B4C7-501C23C77E74}" destId="{6EA14496-03D0-4AF1-AD9D-F3887B0D6453}" srcOrd="2" destOrd="0" presId="urn:microsoft.com/office/officeart/2005/8/layout/vList2"/>
    <dgm:cxn modelId="{925AD571-8760-4EE0-B7A8-681150D2FDDA}" type="presParOf" srcId="{3C25E257-69ED-44B2-B4C7-501C23C77E74}" destId="{D2D8FB3D-0C18-4BFA-A20F-C421D860164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5C5872-DEDE-4B31-8E52-D295CE947E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9CEE810-68BC-42C6-BABB-A0E54B8A3413}">
      <dgm:prSet phldrT="[Texto]"/>
      <dgm:spPr/>
      <dgm:t>
        <a:bodyPr/>
        <a:lstStyle/>
        <a:p>
          <a:r>
            <a:rPr lang="pt-BR" i="1" dirty="0"/>
            <a:t>R1#config t</a:t>
          </a:r>
        </a:p>
      </dgm:t>
    </dgm:pt>
    <dgm:pt modelId="{2F08B96D-AD5F-47C4-BFE3-D03809A38B8E}" type="parTrans" cxnId="{C79EFA35-4899-43A0-BB62-B4E55B798599}">
      <dgm:prSet/>
      <dgm:spPr/>
      <dgm:t>
        <a:bodyPr/>
        <a:lstStyle/>
        <a:p>
          <a:endParaRPr lang="pt-BR"/>
        </a:p>
      </dgm:t>
    </dgm:pt>
    <dgm:pt modelId="{1057F60A-25F7-4AD2-A65D-EF07C3D3705A}" type="sibTrans" cxnId="{C79EFA35-4899-43A0-BB62-B4E55B798599}">
      <dgm:prSet/>
      <dgm:spPr/>
      <dgm:t>
        <a:bodyPr/>
        <a:lstStyle/>
        <a:p>
          <a:endParaRPr lang="pt-BR"/>
        </a:p>
      </dgm:t>
    </dgm:pt>
    <dgm:pt modelId="{E65C6EA6-153D-4A86-9360-00256B1F3D76}">
      <dgm:prSet phldrT="[Texto]"/>
      <dgm:spPr/>
      <dgm:t>
        <a:bodyPr/>
        <a:lstStyle/>
        <a:p>
          <a:r>
            <a:rPr lang="pt-BR" dirty="0"/>
            <a:t>Entra no modo de configuração do terminal</a:t>
          </a:r>
        </a:p>
      </dgm:t>
    </dgm:pt>
    <dgm:pt modelId="{4F6A7B1E-1D3E-4C9D-82DB-53C8B7EBA8DB}" type="parTrans" cxnId="{ACEBEA6B-915D-4F7A-B26A-A969588336B4}">
      <dgm:prSet/>
      <dgm:spPr/>
      <dgm:t>
        <a:bodyPr/>
        <a:lstStyle/>
        <a:p>
          <a:endParaRPr lang="pt-BR"/>
        </a:p>
      </dgm:t>
    </dgm:pt>
    <dgm:pt modelId="{AB7343E6-8B5E-4DAC-8539-31BBA93DD171}" type="sibTrans" cxnId="{ACEBEA6B-915D-4F7A-B26A-A969588336B4}">
      <dgm:prSet/>
      <dgm:spPr/>
      <dgm:t>
        <a:bodyPr/>
        <a:lstStyle/>
        <a:p>
          <a:endParaRPr lang="pt-BR"/>
        </a:p>
      </dgm:t>
    </dgm:pt>
    <dgm:pt modelId="{21FC9E0C-5BE2-4E23-8644-9CA619C1B0C5}">
      <dgm:prSet phldrT="[Texto]"/>
      <dgm:spPr/>
      <dgm:t>
        <a:bodyPr/>
        <a:lstStyle/>
        <a:p>
          <a:r>
            <a:rPr lang="pt-BR" i="1" dirty="0"/>
            <a:t>R1(</a:t>
          </a:r>
          <a:r>
            <a:rPr lang="pt-BR" i="1" dirty="0" err="1"/>
            <a:t>config</a:t>
          </a:r>
          <a:r>
            <a:rPr lang="pt-BR" i="1" dirty="0"/>
            <a:t>)#ip dhcp pool </a:t>
          </a:r>
          <a:r>
            <a:rPr lang="pt-BR" i="0" dirty="0"/>
            <a:t>[Nome da Pool]</a:t>
          </a:r>
        </a:p>
      </dgm:t>
    </dgm:pt>
    <dgm:pt modelId="{C5AADBC8-239B-41BD-8EAF-DAD67D95FF5D}" type="parTrans" cxnId="{4F679603-B07F-4975-8D2E-65F0AB6375B1}">
      <dgm:prSet/>
      <dgm:spPr/>
      <dgm:t>
        <a:bodyPr/>
        <a:lstStyle/>
        <a:p>
          <a:endParaRPr lang="pt-BR"/>
        </a:p>
      </dgm:t>
    </dgm:pt>
    <dgm:pt modelId="{7CC10254-FDC4-4719-B1AA-01A3FDE9DCEE}" type="sibTrans" cxnId="{4F679603-B07F-4975-8D2E-65F0AB6375B1}">
      <dgm:prSet/>
      <dgm:spPr/>
      <dgm:t>
        <a:bodyPr/>
        <a:lstStyle/>
        <a:p>
          <a:endParaRPr lang="pt-BR"/>
        </a:p>
      </dgm:t>
    </dgm:pt>
    <dgm:pt modelId="{49D59AB5-95E0-40AD-9179-9F9D1F40484E}">
      <dgm:prSet phldrT="[Texto]"/>
      <dgm:spPr/>
      <dgm:t>
        <a:bodyPr/>
        <a:lstStyle/>
        <a:p>
          <a:r>
            <a:rPr lang="pt-BR" dirty="0"/>
            <a:t>Entra no modo de configuração de uma nova pool ou de uma existente</a:t>
          </a:r>
        </a:p>
      </dgm:t>
    </dgm:pt>
    <dgm:pt modelId="{E7492E5A-E268-4A97-A371-64C340B77F02}" type="parTrans" cxnId="{3C540EFA-2A95-41D2-9C83-AD47335831F9}">
      <dgm:prSet/>
      <dgm:spPr/>
      <dgm:t>
        <a:bodyPr/>
        <a:lstStyle/>
        <a:p>
          <a:endParaRPr lang="pt-BR"/>
        </a:p>
      </dgm:t>
    </dgm:pt>
    <dgm:pt modelId="{073B4ED2-0D5B-4ECC-80B6-0732CE0B121E}" type="sibTrans" cxnId="{3C540EFA-2A95-41D2-9C83-AD47335831F9}">
      <dgm:prSet/>
      <dgm:spPr/>
      <dgm:t>
        <a:bodyPr/>
        <a:lstStyle/>
        <a:p>
          <a:endParaRPr lang="pt-BR"/>
        </a:p>
      </dgm:t>
    </dgm:pt>
    <dgm:pt modelId="{0E97A814-166C-47E7-B706-E91202665B33}">
      <dgm:prSet phldrT="[Texto]"/>
      <dgm:spPr/>
      <dgm:t>
        <a:bodyPr/>
        <a:lstStyle/>
        <a:p>
          <a:r>
            <a:rPr lang="pt-BR" i="1" dirty="0"/>
            <a:t>R1(</a:t>
          </a:r>
          <a:r>
            <a:rPr lang="pt-BR" i="1" dirty="0" err="1"/>
            <a:t>config</a:t>
          </a:r>
          <a:r>
            <a:rPr lang="pt-BR" i="1" dirty="0"/>
            <a:t>-dhcp)#network [Endereço IP da rede] [Máscara da rede]</a:t>
          </a:r>
        </a:p>
      </dgm:t>
    </dgm:pt>
    <dgm:pt modelId="{28C053B7-821B-42C9-91BB-9AE47316255C}" type="parTrans" cxnId="{D96C4C58-7293-4123-A455-86D73C2A2486}">
      <dgm:prSet/>
      <dgm:spPr/>
      <dgm:t>
        <a:bodyPr/>
        <a:lstStyle/>
        <a:p>
          <a:endParaRPr lang="pt-BR"/>
        </a:p>
      </dgm:t>
    </dgm:pt>
    <dgm:pt modelId="{8151754A-558B-4F1C-87EF-DDBBBB6EA3D5}" type="sibTrans" cxnId="{D96C4C58-7293-4123-A455-86D73C2A2486}">
      <dgm:prSet/>
      <dgm:spPr/>
      <dgm:t>
        <a:bodyPr/>
        <a:lstStyle/>
        <a:p>
          <a:endParaRPr lang="pt-BR"/>
        </a:p>
      </dgm:t>
    </dgm:pt>
    <dgm:pt modelId="{963BA6CE-6FC1-4031-93ED-E1103400818E}">
      <dgm:prSet phldrT="[Texto]"/>
      <dgm:spPr/>
      <dgm:t>
        <a:bodyPr/>
        <a:lstStyle/>
        <a:p>
          <a:r>
            <a:rPr lang="pt-BR" dirty="0"/>
            <a:t>Define os endereços </a:t>
          </a:r>
          <a:r>
            <a:rPr lang="pt-BR" dirty="0" err="1"/>
            <a:t>ip</a:t>
          </a:r>
          <a:r>
            <a:rPr lang="pt-BR" dirty="0"/>
            <a:t> dinâmico das </a:t>
          </a:r>
          <a:r>
            <a:rPr lang="pt-BR" dirty="0" err="1"/>
            <a:t>sub-redes</a:t>
          </a:r>
          <a:endParaRPr lang="pt-BR" dirty="0"/>
        </a:p>
      </dgm:t>
    </dgm:pt>
    <dgm:pt modelId="{F93315BC-5600-4760-99FE-A6DDF25CD057}" type="parTrans" cxnId="{8FF5B1F3-6E2A-42F5-9102-D4D3957D2572}">
      <dgm:prSet/>
      <dgm:spPr/>
      <dgm:t>
        <a:bodyPr/>
        <a:lstStyle/>
        <a:p>
          <a:endParaRPr lang="pt-BR"/>
        </a:p>
      </dgm:t>
    </dgm:pt>
    <dgm:pt modelId="{44C64BAA-D43F-46FC-95AE-15D10F896C7D}" type="sibTrans" cxnId="{8FF5B1F3-6E2A-42F5-9102-D4D3957D2572}">
      <dgm:prSet/>
      <dgm:spPr/>
      <dgm:t>
        <a:bodyPr/>
        <a:lstStyle/>
        <a:p>
          <a:endParaRPr lang="pt-BR"/>
        </a:p>
      </dgm:t>
    </dgm:pt>
    <dgm:pt modelId="{3C25E257-69ED-44B2-B4C7-501C23C77E74}" type="pres">
      <dgm:prSet presAssocID="{965C5872-DEDE-4B31-8E52-D295CE947EAC}" presName="linear" presStyleCnt="0">
        <dgm:presLayoutVars>
          <dgm:animLvl val="lvl"/>
          <dgm:resizeHandles val="exact"/>
        </dgm:presLayoutVars>
      </dgm:prSet>
      <dgm:spPr/>
    </dgm:pt>
    <dgm:pt modelId="{A7AA337D-43BB-4A7B-B819-DB0F4FBA8749}" type="pres">
      <dgm:prSet presAssocID="{89CEE810-68BC-42C6-BABB-A0E54B8A34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F12D91D-95EC-40EF-A51E-B0C7BB71F421}" type="pres">
      <dgm:prSet presAssocID="{89CEE810-68BC-42C6-BABB-A0E54B8A3413}" presName="childText" presStyleLbl="revTx" presStyleIdx="0" presStyleCnt="3">
        <dgm:presLayoutVars>
          <dgm:bulletEnabled val="1"/>
        </dgm:presLayoutVars>
      </dgm:prSet>
      <dgm:spPr/>
    </dgm:pt>
    <dgm:pt modelId="{6EA14496-03D0-4AF1-AD9D-F3887B0D6453}" type="pres">
      <dgm:prSet presAssocID="{21FC9E0C-5BE2-4E23-8644-9CA619C1B0C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2D8FB3D-0C18-4BFA-A20F-C421D8601647}" type="pres">
      <dgm:prSet presAssocID="{21FC9E0C-5BE2-4E23-8644-9CA619C1B0C5}" presName="childText" presStyleLbl="revTx" presStyleIdx="1" presStyleCnt="3">
        <dgm:presLayoutVars>
          <dgm:bulletEnabled val="1"/>
        </dgm:presLayoutVars>
      </dgm:prSet>
      <dgm:spPr/>
    </dgm:pt>
    <dgm:pt modelId="{E7A2F68B-0813-41CD-A4BF-9AABE7013B1F}" type="pres">
      <dgm:prSet presAssocID="{0E97A814-166C-47E7-B706-E91202665B3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CA34B75-EF25-49DB-9D56-DDBB73A792A5}" type="pres">
      <dgm:prSet presAssocID="{0E97A814-166C-47E7-B706-E91202665B33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4F679603-B07F-4975-8D2E-65F0AB6375B1}" srcId="{965C5872-DEDE-4B31-8E52-D295CE947EAC}" destId="{21FC9E0C-5BE2-4E23-8644-9CA619C1B0C5}" srcOrd="1" destOrd="0" parTransId="{C5AADBC8-239B-41BD-8EAF-DAD67D95FF5D}" sibTransId="{7CC10254-FDC4-4719-B1AA-01A3FDE9DCEE}"/>
    <dgm:cxn modelId="{776AB50E-68ED-42C8-AEC2-73D0F42D52AB}" type="presOf" srcId="{21FC9E0C-5BE2-4E23-8644-9CA619C1B0C5}" destId="{6EA14496-03D0-4AF1-AD9D-F3887B0D6453}" srcOrd="0" destOrd="0" presId="urn:microsoft.com/office/officeart/2005/8/layout/vList2"/>
    <dgm:cxn modelId="{C79EFA35-4899-43A0-BB62-B4E55B798599}" srcId="{965C5872-DEDE-4B31-8E52-D295CE947EAC}" destId="{89CEE810-68BC-42C6-BABB-A0E54B8A3413}" srcOrd="0" destOrd="0" parTransId="{2F08B96D-AD5F-47C4-BFE3-D03809A38B8E}" sibTransId="{1057F60A-25F7-4AD2-A65D-EF07C3D3705A}"/>
    <dgm:cxn modelId="{776E5040-41C5-4E87-95FA-27BD81A0D234}" type="presOf" srcId="{E65C6EA6-153D-4A86-9360-00256B1F3D76}" destId="{9F12D91D-95EC-40EF-A51E-B0C7BB71F421}" srcOrd="0" destOrd="0" presId="urn:microsoft.com/office/officeart/2005/8/layout/vList2"/>
    <dgm:cxn modelId="{70E5A76B-1DA6-496E-AA2B-08AFDAB37E39}" type="presOf" srcId="{89CEE810-68BC-42C6-BABB-A0E54B8A3413}" destId="{A7AA337D-43BB-4A7B-B819-DB0F4FBA8749}" srcOrd="0" destOrd="0" presId="urn:microsoft.com/office/officeart/2005/8/layout/vList2"/>
    <dgm:cxn modelId="{ACEBEA6B-915D-4F7A-B26A-A969588336B4}" srcId="{89CEE810-68BC-42C6-BABB-A0E54B8A3413}" destId="{E65C6EA6-153D-4A86-9360-00256B1F3D76}" srcOrd="0" destOrd="0" parTransId="{4F6A7B1E-1D3E-4C9D-82DB-53C8B7EBA8DB}" sibTransId="{AB7343E6-8B5E-4DAC-8539-31BBA93DD171}"/>
    <dgm:cxn modelId="{D96C4C58-7293-4123-A455-86D73C2A2486}" srcId="{965C5872-DEDE-4B31-8E52-D295CE947EAC}" destId="{0E97A814-166C-47E7-B706-E91202665B33}" srcOrd="2" destOrd="0" parTransId="{28C053B7-821B-42C9-91BB-9AE47316255C}" sibTransId="{8151754A-558B-4F1C-87EF-DDBBBB6EA3D5}"/>
    <dgm:cxn modelId="{F5E7C285-5728-4AFF-B4AB-597FCAB79E79}" type="presOf" srcId="{49D59AB5-95E0-40AD-9179-9F9D1F40484E}" destId="{D2D8FB3D-0C18-4BFA-A20F-C421D8601647}" srcOrd="0" destOrd="0" presId="urn:microsoft.com/office/officeart/2005/8/layout/vList2"/>
    <dgm:cxn modelId="{B304A68B-EF22-467C-A422-A39C1DE92A78}" type="presOf" srcId="{965C5872-DEDE-4B31-8E52-D295CE947EAC}" destId="{3C25E257-69ED-44B2-B4C7-501C23C77E74}" srcOrd="0" destOrd="0" presId="urn:microsoft.com/office/officeart/2005/8/layout/vList2"/>
    <dgm:cxn modelId="{A62726BE-7565-4B57-8014-E37A61819DC5}" type="presOf" srcId="{963BA6CE-6FC1-4031-93ED-E1103400818E}" destId="{5CA34B75-EF25-49DB-9D56-DDBB73A792A5}" srcOrd="0" destOrd="0" presId="urn:microsoft.com/office/officeart/2005/8/layout/vList2"/>
    <dgm:cxn modelId="{F1E86DD8-5BBC-4FAF-B683-61D3580ECC71}" type="presOf" srcId="{0E97A814-166C-47E7-B706-E91202665B33}" destId="{E7A2F68B-0813-41CD-A4BF-9AABE7013B1F}" srcOrd="0" destOrd="0" presId="urn:microsoft.com/office/officeart/2005/8/layout/vList2"/>
    <dgm:cxn modelId="{8FF5B1F3-6E2A-42F5-9102-D4D3957D2572}" srcId="{0E97A814-166C-47E7-B706-E91202665B33}" destId="{963BA6CE-6FC1-4031-93ED-E1103400818E}" srcOrd="0" destOrd="0" parTransId="{F93315BC-5600-4760-99FE-A6DDF25CD057}" sibTransId="{44C64BAA-D43F-46FC-95AE-15D10F896C7D}"/>
    <dgm:cxn modelId="{3C540EFA-2A95-41D2-9C83-AD47335831F9}" srcId="{21FC9E0C-5BE2-4E23-8644-9CA619C1B0C5}" destId="{49D59AB5-95E0-40AD-9179-9F9D1F40484E}" srcOrd="0" destOrd="0" parTransId="{E7492E5A-E268-4A97-A371-64C340B77F02}" sibTransId="{073B4ED2-0D5B-4ECC-80B6-0732CE0B121E}"/>
    <dgm:cxn modelId="{53769A04-F95D-400B-B737-3B7C5B2C6EC8}" type="presParOf" srcId="{3C25E257-69ED-44B2-B4C7-501C23C77E74}" destId="{A7AA337D-43BB-4A7B-B819-DB0F4FBA8749}" srcOrd="0" destOrd="0" presId="urn:microsoft.com/office/officeart/2005/8/layout/vList2"/>
    <dgm:cxn modelId="{509D9555-A7DD-47EF-AA07-AFA52DAE5D1A}" type="presParOf" srcId="{3C25E257-69ED-44B2-B4C7-501C23C77E74}" destId="{9F12D91D-95EC-40EF-A51E-B0C7BB71F421}" srcOrd="1" destOrd="0" presId="urn:microsoft.com/office/officeart/2005/8/layout/vList2"/>
    <dgm:cxn modelId="{26C18712-9E10-4028-AA5D-38C80221048F}" type="presParOf" srcId="{3C25E257-69ED-44B2-B4C7-501C23C77E74}" destId="{6EA14496-03D0-4AF1-AD9D-F3887B0D6453}" srcOrd="2" destOrd="0" presId="urn:microsoft.com/office/officeart/2005/8/layout/vList2"/>
    <dgm:cxn modelId="{925AD571-8760-4EE0-B7A8-681150D2FDDA}" type="presParOf" srcId="{3C25E257-69ED-44B2-B4C7-501C23C77E74}" destId="{D2D8FB3D-0C18-4BFA-A20F-C421D8601647}" srcOrd="3" destOrd="0" presId="urn:microsoft.com/office/officeart/2005/8/layout/vList2"/>
    <dgm:cxn modelId="{8F435551-4930-4C9D-A1EA-4C04AFDC1214}" type="presParOf" srcId="{3C25E257-69ED-44B2-B4C7-501C23C77E74}" destId="{E7A2F68B-0813-41CD-A4BF-9AABE7013B1F}" srcOrd="4" destOrd="0" presId="urn:microsoft.com/office/officeart/2005/8/layout/vList2"/>
    <dgm:cxn modelId="{A1D55DD1-CB80-498A-BBA9-33CA051E17FC}" type="presParOf" srcId="{3C25E257-69ED-44B2-B4C7-501C23C77E74}" destId="{5CA34B75-EF25-49DB-9D56-DDBB73A792A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5C5872-DEDE-4B31-8E52-D295CE947E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9CEE810-68BC-42C6-BABB-A0E54B8A3413}">
      <dgm:prSet phldrT="[Texto]"/>
      <dgm:spPr/>
      <dgm:t>
        <a:bodyPr/>
        <a:lstStyle/>
        <a:p>
          <a:r>
            <a:rPr lang="pt-BR" i="1" dirty="0"/>
            <a:t>R1#config t</a:t>
          </a:r>
        </a:p>
      </dgm:t>
    </dgm:pt>
    <dgm:pt modelId="{2F08B96D-AD5F-47C4-BFE3-D03809A38B8E}" type="parTrans" cxnId="{C79EFA35-4899-43A0-BB62-B4E55B798599}">
      <dgm:prSet/>
      <dgm:spPr/>
      <dgm:t>
        <a:bodyPr/>
        <a:lstStyle/>
        <a:p>
          <a:endParaRPr lang="pt-BR"/>
        </a:p>
      </dgm:t>
    </dgm:pt>
    <dgm:pt modelId="{1057F60A-25F7-4AD2-A65D-EF07C3D3705A}" type="sibTrans" cxnId="{C79EFA35-4899-43A0-BB62-B4E55B798599}">
      <dgm:prSet/>
      <dgm:spPr/>
      <dgm:t>
        <a:bodyPr/>
        <a:lstStyle/>
        <a:p>
          <a:endParaRPr lang="pt-BR"/>
        </a:p>
      </dgm:t>
    </dgm:pt>
    <dgm:pt modelId="{E65C6EA6-153D-4A86-9360-00256B1F3D76}">
      <dgm:prSet phldrT="[Texto]"/>
      <dgm:spPr/>
      <dgm:t>
        <a:bodyPr/>
        <a:lstStyle/>
        <a:p>
          <a:r>
            <a:rPr lang="pt-BR" dirty="0"/>
            <a:t>Entra no modo de configuração do terminal</a:t>
          </a:r>
        </a:p>
      </dgm:t>
    </dgm:pt>
    <dgm:pt modelId="{4F6A7B1E-1D3E-4C9D-82DB-53C8B7EBA8DB}" type="parTrans" cxnId="{ACEBEA6B-915D-4F7A-B26A-A969588336B4}">
      <dgm:prSet/>
      <dgm:spPr/>
      <dgm:t>
        <a:bodyPr/>
        <a:lstStyle/>
        <a:p>
          <a:endParaRPr lang="pt-BR"/>
        </a:p>
      </dgm:t>
    </dgm:pt>
    <dgm:pt modelId="{AB7343E6-8B5E-4DAC-8539-31BBA93DD171}" type="sibTrans" cxnId="{ACEBEA6B-915D-4F7A-B26A-A969588336B4}">
      <dgm:prSet/>
      <dgm:spPr/>
      <dgm:t>
        <a:bodyPr/>
        <a:lstStyle/>
        <a:p>
          <a:endParaRPr lang="pt-BR"/>
        </a:p>
      </dgm:t>
    </dgm:pt>
    <dgm:pt modelId="{21FC9E0C-5BE2-4E23-8644-9CA619C1B0C5}">
      <dgm:prSet phldrT="[Texto]"/>
      <dgm:spPr/>
      <dgm:t>
        <a:bodyPr/>
        <a:lstStyle/>
        <a:p>
          <a:r>
            <a:rPr lang="pt-BR" i="1" dirty="0"/>
            <a:t>R1(</a:t>
          </a:r>
          <a:r>
            <a:rPr lang="pt-BR" i="1" dirty="0" err="1"/>
            <a:t>config</a:t>
          </a:r>
          <a:r>
            <a:rPr lang="pt-BR" i="1" dirty="0"/>
            <a:t>)#ip dhcp pool </a:t>
          </a:r>
          <a:r>
            <a:rPr lang="pt-BR" i="0" dirty="0"/>
            <a:t>[Nome da Pool]</a:t>
          </a:r>
        </a:p>
      </dgm:t>
    </dgm:pt>
    <dgm:pt modelId="{C5AADBC8-239B-41BD-8EAF-DAD67D95FF5D}" type="parTrans" cxnId="{4F679603-B07F-4975-8D2E-65F0AB6375B1}">
      <dgm:prSet/>
      <dgm:spPr/>
      <dgm:t>
        <a:bodyPr/>
        <a:lstStyle/>
        <a:p>
          <a:endParaRPr lang="pt-BR"/>
        </a:p>
      </dgm:t>
    </dgm:pt>
    <dgm:pt modelId="{7CC10254-FDC4-4719-B1AA-01A3FDE9DCEE}" type="sibTrans" cxnId="{4F679603-B07F-4975-8D2E-65F0AB6375B1}">
      <dgm:prSet/>
      <dgm:spPr/>
      <dgm:t>
        <a:bodyPr/>
        <a:lstStyle/>
        <a:p>
          <a:endParaRPr lang="pt-BR"/>
        </a:p>
      </dgm:t>
    </dgm:pt>
    <dgm:pt modelId="{49D59AB5-95E0-40AD-9179-9F9D1F40484E}">
      <dgm:prSet phldrT="[Texto]"/>
      <dgm:spPr/>
      <dgm:t>
        <a:bodyPr/>
        <a:lstStyle/>
        <a:p>
          <a:r>
            <a:rPr lang="pt-BR" dirty="0"/>
            <a:t>Entra no modo de configuração de uma nova pool ou de uma existente</a:t>
          </a:r>
        </a:p>
      </dgm:t>
    </dgm:pt>
    <dgm:pt modelId="{E7492E5A-E268-4A97-A371-64C340B77F02}" type="parTrans" cxnId="{3C540EFA-2A95-41D2-9C83-AD47335831F9}">
      <dgm:prSet/>
      <dgm:spPr/>
      <dgm:t>
        <a:bodyPr/>
        <a:lstStyle/>
        <a:p>
          <a:endParaRPr lang="pt-BR"/>
        </a:p>
      </dgm:t>
    </dgm:pt>
    <dgm:pt modelId="{073B4ED2-0D5B-4ECC-80B6-0732CE0B121E}" type="sibTrans" cxnId="{3C540EFA-2A95-41D2-9C83-AD47335831F9}">
      <dgm:prSet/>
      <dgm:spPr/>
      <dgm:t>
        <a:bodyPr/>
        <a:lstStyle/>
        <a:p>
          <a:endParaRPr lang="pt-BR"/>
        </a:p>
      </dgm:t>
    </dgm:pt>
    <dgm:pt modelId="{0E97A814-166C-47E7-B706-E91202665B33}">
      <dgm:prSet phldrT="[Texto]"/>
      <dgm:spPr/>
      <dgm:t>
        <a:bodyPr/>
        <a:lstStyle/>
        <a:p>
          <a:r>
            <a:rPr lang="pt-BR" i="1" dirty="0"/>
            <a:t>R1(</a:t>
          </a:r>
          <a:r>
            <a:rPr lang="pt-BR" i="1" dirty="0" err="1"/>
            <a:t>config</a:t>
          </a:r>
          <a:r>
            <a:rPr lang="pt-BR" i="1" dirty="0"/>
            <a:t>-dhcp)#default-router [Endereço IP do roteador] </a:t>
          </a:r>
        </a:p>
      </dgm:t>
    </dgm:pt>
    <dgm:pt modelId="{28C053B7-821B-42C9-91BB-9AE47316255C}" type="parTrans" cxnId="{D96C4C58-7293-4123-A455-86D73C2A2486}">
      <dgm:prSet/>
      <dgm:spPr/>
      <dgm:t>
        <a:bodyPr/>
        <a:lstStyle/>
        <a:p>
          <a:endParaRPr lang="pt-BR"/>
        </a:p>
      </dgm:t>
    </dgm:pt>
    <dgm:pt modelId="{8151754A-558B-4F1C-87EF-DDBBBB6EA3D5}" type="sibTrans" cxnId="{D96C4C58-7293-4123-A455-86D73C2A2486}">
      <dgm:prSet/>
      <dgm:spPr/>
      <dgm:t>
        <a:bodyPr/>
        <a:lstStyle/>
        <a:p>
          <a:endParaRPr lang="pt-BR"/>
        </a:p>
      </dgm:t>
    </dgm:pt>
    <dgm:pt modelId="{963BA6CE-6FC1-4031-93ED-E1103400818E}">
      <dgm:prSet phldrT="[Texto]"/>
      <dgm:spPr/>
      <dgm:t>
        <a:bodyPr/>
        <a:lstStyle/>
        <a:p>
          <a:r>
            <a:rPr lang="pt-BR" dirty="0"/>
            <a:t>Define o endereço </a:t>
          </a:r>
          <a:r>
            <a:rPr lang="pt-BR" dirty="0" err="1"/>
            <a:t>ip</a:t>
          </a:r>
          <a:r>
            <a:rPr lang="pt-BR" dirty="0"/>
            <a:t> do roteador padrão que irá distribuir os endereços dinâmicos</a:t>
          </a:r>
        </a:p>
      </dgm:t>
    </dgm:pt>
    <dgm:pt modelId="{F93315BC-5600-4760-99FE-A6DDF25CD057}" type="parTrans" cxnId="{8FF5B1F3-6E2A-42F5-9102-D4D3957D2572}">
      <dgm:prSet/>
      <dgm:spPr/>
      <dgm:t>
        <a:bodyPr/>
        <a:lstStyle/>
        <a:p>
          <a:endParaRPr lang="pt-BR"/>
        </a:p>
      </dgm:t>
    </dgm:pt>
    <dgm:pt modelId="{44C64BAA-D43F-46FC-95AE-15D10F896C7D}" type="sibTrans" cxnId="{8FF5B1F3-6E2A-42F5-9102-D4D3957D2572}">
      <dgm:prSet/>
      <dgm:spPr/>
      <dgm:t>
        <a:bodyPr/>
        <a:lstStyle/>
        <a:p>
          <a:endParaRPr lang="pt-BR"/>
        </a:p>
      </dgm:t>
    </dgm:pt>
    <dgm:pt modelId="{59428DFB-82F1-40DE-A1CF-3A6B3D9ADB1B}">
      <dgm:prSet phldrT="[Texto]"/>
      <dgm:spPr/>
      <dgm:t>
        <a:bodyPr/>
        <a:lstStyle/>
        <a:p>
          <a:r>
            <a:rPr lang="pt-BR" dirty="0"/>
            <a:t>R1(</a:t>
          </a:r>
          <a:r>
            <a:rPr lang="pt-BR" dirty="0" err="1"/>
            <a:t>config</a:t>
          </a:r>
          <a:r>
            <a:rPr lang="pt-BR" dirty="0"/>
            <a:t>-dhcp)#end</a:t>
          </a:r>
        </a:p>
      </dgm:t>
    </dgm:pt>
    <dgm:pt modelId="{6804FF50-4C04-404E-B46D-43AEF658F261}" type="parTrans" cxnId="{0A605157-452B-495D-9454-B8437DCFF7A0}">
      <dgm:prSet/>
      <dgm:spPr/>
      <dgm:t>
        <a:bodyPr/>
        <a:lstStyle/>
        <a:p>
          <a:endParaRPr lang="pt-BR"/>
        </a:p>
      </dgm:t>
    </dgm:pt>
    <dgm:pt modelId="{1DAC5A89-B478-40B1-8CFB-280854DDF9CB}" type="sibTrans" cxnId="{0A605157-452B-495D-9454-B8437DCFF7A0}">
      <dgm:prSet/>
      <dgm:spPr/>
      <dgm:t>
        <a:bodyPr/>
        <a:lstStyle/>
        <a:p>
          <a:endParaRPr lang="pt-BR"/>
        </a:p>
      </dgm:t>
    </dgm:pt>
    <dgm:pt modelId="{35AD2774-4240-420C-B660-CC336B0CF218}">
      <dgm:prSet phldrT="[Texto]"/>
      <dgm:spPr/>
      <dgm:t>
        <a:bodyPr/>
        <a:lstStyle/>
        <a:p>
          <a:r>
            <a:rPr lang="pt-BR" dirty="0"/>
            <a:t>Finaliza as configurações do DHCP</a:t>
          </a:r>
        </a:p>
      </dgm:t>
    </dgm:pt>
    <dgm:pt modelId="{C138E87D-F246-41D7-B594-F251FDD47CF4}" type="parTrans" cxnId="{04207DB8-2A6C-48AD-878D-143DFC6B5066}">
      <dgm:prSet/>
      <dgm:spPr/>
      <dgm:t>
        <a:bodyPr/>
        <a:lstStyle/>
        <a:p>
          <a:endParaRPr lang="pt-BR"/>
        </a:p>
      </dgm:t>
    </dgm:pt>
    <dgm:pt modelId="{2AD19CEA-69ED-4417-BA2F-72E545C2A38E}" type="sibTrans" cxnId="{04207DB8-2A6C-48AD-878D-143DFC6B5066}">
      <dgm:prSet/>
      <dgm:spPr/>
      <dgm:t>
        <a:bodyPr/>
        <a:lstStyle/>
        <a:p>
          <a:endParaRPr lang="pt-BR"/>
        </a:p>
      </dgm:t>
    </dgm:pt>
    <dgm:pt modelId="{3C25E257-69ED-44B2-B4C7-501C23C77E74}" type="pres">
      <dgm:prSet presAssocID="{965C5872-DEDE-4B31-8E52-D295CE947EAC}" presName="linear" presStyleCnt="0">
        <dgm:presLayoutVars>
          <dgm:animLvl val="lvl"/>
          <dgm:resizeHandles val="exact"/>
        </dgm:presLayoutVars>
      </dgm:prSet>
      <dgm:spPr/>
    </dgm:pt>
    <dgm:pt modelId="{A7AA337D-43BB-4A7B-B819-DB0F4FBA8749}" type="pres">
      <dgm:prSet presAssocID="{89CEE810-68BC-42C6-BABB-A0E54B8A341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F12D91D-95EC-40EF-A51E-B0C7BB71F421}" type="pres">
      <dgm:prSet presAssocID="{89CEE810-68BC-42C6-BABB-A0E54B8A3413}" presName="childText" presStyleLbl="revTx" presStyleIdx="0" presStyleCnt="4">
        <dgm:presLayoutVars>
          <dgm:bulletEnabled val="1"/>
        </dgm:presLayoutVars>
      </dgm:prSet>
      <dgm:spPr/>
    </dgm:pt>
    <dgm:pt modelId="{6EA14496-03D0-4AF1-AD9D-F3887B0D6453}" type="pres">
      <dgm:prSet presAssocID="{21FC9E0C-5BE2-4E23-8644-9CA619C1B0C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D8FB3D-0C18-4BFA-A20F-C421D8601647}" type="pres">
      <dgm:prSet presAssocID="{21FC9E0C-5BE2-4E23-8644-9CA619C1B0C5}" presName="childText" presStyleLbl="revTx" presStyleIdx="1" presStyleCnt="4">
        <dgm:presLayoutVars>
          <dgm:bulletEnabled val="1"/>
        </dgm:presLayoutVars>
      </dgm:prSet>
      <dgm:spPr/>
    </dgm:pt>
    <dgm:pt modelId="{E7A2F68B-0813-41CD-A4BF-9AABE7013B1F}" type="pres">
      <dgm:prSet presAssocID="{0E97A814-166C-47E7-B706-E91202665B3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CA34B75-EF25-49DB-9D56-DDBB73A792A5}" type="pres">
      <dgm:prSet presAssocID="{0E97A814-166C-47E7-B706-E91202665B33}" presName="childText" presStyleLbl="revTx" presStyleIdx="2" presStyleCnt="4">
        <dgm:presLayoutVars>
          <dgm:bulletEnabled val="1"/>
        </dgm:presLayoutVars>
      </dgm:prSet>
      <dgm:spPr/>
    </dgm:pt>
    <dgm:pt modelId="{F4B7D631-D6B1-4956-8DAA-8B6C339442D9}" type="pres">
      <dgm:prSet presAssocID="{59428DFB-82F1-40DE-A1CF-3A6B3D9ADB1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670C311-436C-45A9-A8A8-E2DA0AA9DABE}" type="pres">
      <dgm:prSet presAssocID="{59428DFB-82F1-40DE-A1CF-3A6B3D9ADB1B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F679603-B07F-4975-8D2E-65F0AB6375B1}" srcId="{965C5872-DEDE-4B31-8E52-D295CE947EAC}" destId="{21FC9E0C-5BE2-4E23-8644-9CA619C1B0C5}" srcOrd="1" destOrd="0" parTransId="{C5AADBC8-239B-41BD-8EAF-DAD67D95FF5D}" sibTransId="{7CC10254-FDC4-4719-B1AA-01A3FDE9DCEE}"/>
    <dgm:cxn modelId="{776AB50E-68ED-42C8-AEC2-73D0F42D52AB}" type="presOf" srcId="{21FC9E0C-5BE2-4E23-8644-9CA619C1B0C5}" destId="{6EA14496-03D0-4AF1-AD9D-F3887B0D6453}" srcOrd="0" destOrd="0" presId="urn:microsoft.com/office/officeart/2005/8/layout/vList2"/>
    <dgm:cxn modelId="{C79EFA35-4899-43A0-BB62-B4E55B798599}" srcId="{965C5872-DEDE-4B31-8E52-D295CE947EAC}" destId="{89CEE810-68BC-42C6-BABB-A0E54B8A3413}" srcOrd="0" destOrd="0" parTransId="{2F08B96D-AD5F-47C4-BFE3-D03809A38B8E}" sibTransId="{1057F60A-25F7-4AD2-A65D-EF07C3D3705A}"/>
    <dgm:cxn modelId="{776E5040-41C5-4E87-95FA-27BD81A0D234}" type="presOf" srcId="{E65C6EA6-153D-4A86-9360-00256B1F3D76}" destId="{9F12D91D-95EC-40EF-A51E-B0C7BB71F421}" srcOrd="0" destOrd="0" presId="urn:microsoft.com/office/officeart/2005/8/layout/vList2"/>
    <dgm:cxn modelId="{70E5A76B-1DA6-496E-AA2B-08AFDAB37E39}" type="presOf" srcId="{89CEE810-68BC-42C6-BABB-A0E54B8A3413}" destId="{A7AA337D-43BB-4A7B-B819-DB0F4FBA8749}" srcOrd="0" destOrd="0" presId="urn:microsoft.com/office/officeart/2005/8/layout/vList2"/>
    <dgm:cxn modelId="{ACEBEA6B-915D-4F7A-B26A-A969588336B4}" srcId="{89CEE810-68BC-42C6-BABB-A0E54B8A3413}" destId="{E65C6EA6-153D-4A86-9360-00256B1F3D76}" srcOrd="0" destOrd="0" parTransId="{4F6A7B1E-1D3E-4C9D-82DB-53C8B7EBA8DB}" sibTransId="{AB7343E6-8B5E-4DAC-8539-31BBA93DD171}"/>
    <dgm:cxn modelId="{0A605157-452B-495D-9454-B8437DCFF7A0}" srcId="{965C5872-DEDE-4B31-8E52-D295CE947EAC}" destId="{59428DFB-82F1-40DE-A1CF-3A6B3D9ADB1B}" srcOrd="3" destOrd="0" parTransId="{6804FF50-4C04-404E-B46D-43AEF658F261}" sibTransId="{1DAC5A89-B478-40B1-8CFB-280854DDF9CB}"/>
    <dgm:cxn modelId="{D96C4C58-7293-4123-A455-86D73C2A2486}" srcId="{965C5872-DEDE-4B31-8E52-D295CE947EAC}" destId="{0E97A814-166C-47E7-B706-E91202665B33}" srcOrd="2" destOrd="0" parTransId="{28C053B7-821B-42C9-91BB-9AE47316255C}" sibTransId="{8151754A-558B-4F1C-87EF-DDBBBB6EA3D5}"/>
    <dgm:cxn modelId="{F5E7C285-5728-4AFF-B4AB-597FCAB79E79}" type="presOf" srcId="{49D59AB5-95E0-40AD-9179-9F9D1F40484E}" destId="{D2D8FB3D-0C18-4BFA-A20F-C421D8601647}" srcOrd="0" destOrd="0" presId="urn:microsoft.com/office/officeart/2005/8/layout/vList2"/>
    <dgm:cxn modelId="{B304A68B-EF22-467C-A422-A39C1DE92A78}" type="presOf" srcId="{965C5872-DEDE-4B31-8E52-D295CE947EAC}" destId="{3C25E257-69ED-44B2-B4C7-501C23C77E74}" srcOrd="0" destOrd="0" presId="urn:microsoft.com/office/officeart/2005/8/layout/vList2"/>
    <dgm:cxn modelId="{04207DB8-2A6C-48AD-878D-143DFC6B5066}" srcId="{59428DFB-82F1-40DE-A1CF-3A6B3D9ADB1B}" destId="{35AD2774-4240-420C-B660-CC336B0CF218}" srcOrd="0" destOrd="0" parTransId="{C138E87D-F246-41D7-B594-F251FDD47CF4}" sibTransId="{2AD19CEA-69ED-4417-BA2F-72E545C2A38E}"/>
    <dgm:cxn modelId="{A62726BE-7565-4B57-8014-E37A61819DC5}" type="presOf" srcId="{963BA6CE-6FC1-4031-93ED-E1103400818E}" destId="{5CA34B75-EF25-49DB-9D56-DDBB73A792A5}" srcOrd="0" destOrd="0" presId="urn:microsoft.com/office/officeart/2005/8/layout/vList2"/>
    <dgm:cxn modelId="{B32CF8C2-B54C-4380-A952-CDC153974A72}" type="presOf" srcId="{59428DFB-82F1-40DE-A1CF-3A6B3D9ADB1B}" destId="{F4B7D631-D6B1-4956-8DAA-8B6C339442D9}" srcOrd="0" destOrd="0" presId="urn:microsoft.com/office/officeart/2005/8/layout/vList2"/>
    <dgm:cxn modelId="{F1E86DD8-5BBC-4FAF-B683-61D3580ECC71}" type="presOf" srcId="{0E97A814-166C-47E7-B706-E91202665B33}" destId="{E7A2F68B-0813-41CD-A4BF-9AABE7013B1F}" srcOrd="0" destOrd="0" presId="urn:microsoft.com/office/officeart/2005/8/layout/vList2"/>
    <dgm:cxn modelId="{8FF5B1F3-6E2A-42F5-9102-D4D3957D2572}" srcId="{0E97A814-166C-47E7-B706-E91202665B33}" destId="{963BA6CE-6FC1-4031-93ED-E1103400818E}" srcOrd="0" destOrd="0" parTransId="{F93315BC-5600-4760-99FE-A6DDF25CD057}" sibTransId="{44C64BAA-D43F-46FC-95AE-15D10F896C7D}"/>
    <dgm:cxn modelId="{3C540EFA-2A95-41D2-9C83-AD47335831F9}" srcId="{21FC9E0C-5BE2-4E23-8644-9CA619C1B0C5}" destId="{49D59AB5-95E0-40AD-9179-9F9D1F40484E}" srcOrd="0" destOrd="0" parTransId="{E7492E5A-E268-4A97-A371-64C340B77F02}" sibTransId="{073B4ED2-0D5B-4ECC-80B6-0732CE0B121E}"/>
    <dgm:cxn modelId="{6EFC73FA-CECC-4A8E-AA50-C8236E9F433C}" type="presOf" srcId="{35AD2774-4240-420C-B660-CC336B0CF218}" destId="{A670C311-436C-45A9-A8A8-E2DA0AA9DABE}" srcOrd="0" destOrd="0" presId="urn:microsoft.com/office/officeart/2005/8/layout/vList2"/>
    <dgm:cxn modelId="{53769A04-F95D-400B-B737-3B7C5B2C6EC8}" type="presParOf" srcId="{3C25E257-69ED-44B2-B4C7-501C23C77E74}" destId="{A7AA337D-43BB-4A7B-B819-DB0F4FBA8749}" srcOrd="0" destOrd="0" presId="urn:microsoft.com/office/officeart/2005/8/layout/vList2"/>
    <dgm:cxn modelId="{509D9555-A7DD-47EF-AA07-AFA52DAE5D1A}" type="presParOf" srcId="{3C25E257-69ED-44B2-B4C7-501C23C77E74}" destId="{9F12D91D-95EC-40EF-A51E-B0C7BB71F421}" srcOrd="1" destOrd="0" presId="urn:microsoft.com/office/officeart/2005/8/layout/vList2"/>
    <dgm:cxn modelId="{26C18712-9E10-4028-AA5D-38C80221048F}" type="presParOf" srcId="{3C25E257-69ED-44B2-B4C7-501C23C77E74}" destId="{6EA14496-03D0-4AF1-AD9D-F3887B0D6453}" srcOrd="2" destOrd="0" presId="urn:microsoft.com/office/officeart/2005/8/layout/vList2"/>
    <dgm:cxn modelId="{925AD571-8760-4EE0-B7A8-681150D2FDDA}" type="presParOf" srcId="{3C25E257-69ED-44B2-B4C7-501C23C77E74}" destId="{D2D8FB3D-0C18-4BFA-A20F-C421D8601647}" srcOrd="3" destOrd="0" presId="urn:microsoft.com/office/officeart/2005/8/layout/vList2"/>
    <dgm:cxn modelId="{8F435551-4930-4C9D-A1EA-4C04AFDC1214}" type="presParOf" srcId="{3C25E257-69ED-44B2-B4C7-501C23C77E74}" destId="{E7A2F68B-0813-41CD-A4BF-9AABE7013B1F}" srcOrd="4" destOrd="0" presId="urn:microsoft.com/office/officeart/2005/8/layout/vList2"/>
    <dgm:cxn modelId="{A1D55DD1-CB80-498A-BBA9-33CA051E17FC}" type="presParOf" srcId="{3C25E257-69ED-44B2-B4C7-501C23C77E74}" destId="{5CA34B75-EF25-49DB-9D56-DDBB73A792A5}" srcOrd="5" destOrd="0" presId="urn:microsoft.com/office/officeart/2005/8/layout/vList2"/>
    <dgm:cxn modelId="{3118FF92-87B4-4E2A-91A4-DFB8FA00922D}" type="presParOf" srcId="{3C25E257-69ED-44B2-B4C7-501C23C77E74}" destId="{F4B7D631-D6B1-4956-8DAA-8B6C339442D9}" srcOrd="6" destOrd="0" presId="urn:microsoft.com/office/officeart/2005/8/layout/vList2"/>
    <dgm:cxn modelId="{C4C369D0-49E0-4B2E-AF2E-130408F3C1C9}" type="presParOf" srcId="{3C25E257-69ED-44B2-B4C7-501C23C77E74}" destId="{A670C311-436C-45A9-A8A8-E2DA0AA9DABE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65C5872-DEDE-4B31-8E52-D295CE947E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89CEE810-68BC-42C6-BABB-A0E54B8A3413}">
      <dgm:prSet phldrT="[Texto]"/>
      <dgm:spPr/>
      <dgm:t>
        <a:bodyPr/>
        <a:lstStyle/>
        <a:p>
          <a:r>
            <a:rPr lang="pt-BR" i="1" dirty="0"/>
            <a:t>R1#show </a:t>
          </a:r>
          <a:r>
            <a:rPr lang="pt-BR" i="1" dirty="0" err="1"/>
            <a:t>ip</a:t>
          </a:r>
          <a:r>
            <a:rPr lang="pt-BR" i="1" dirty="0"/>
            <a:t> dhcp pool</a:t>
          </a:r>
        </a:p>
      </dgm:t>
    </dgm:pt>
    <dgm:pt modelId="{2F08B96D-AD5F-47C4-BFE3-D03809A38B8E}" type="parTrans" cxnId="{C79EFA35-4899-43A0-BB62-B4E55B798599}">
      <dgm:prSet/>
      <dgm:spPr/>
      <dgm:t>
        <a:bodyPr/>
        <a:lstStyle/>
        <a:p>
          <a:endParaRPr lang="pt-BR"/>
        </a:p>
      </dgm:t>
    </dgm:pt>
    <dgm:pt modelId="{1057F60A-25F7-4AD2-A65D-EF07C3D3705A}" type="sibTrans" cxnId="{C79EFA35-4899-43A0-BB62-B4E55B798599}">
      <dgm:prSet/>
      <dgm:spPr/>
      <dgm:t>
        <a:bodyPr/>
        <a:lstStyle/>
        <a:p>
          <a:endParaRPr lang="pt-BR"/>
        </a:p>
      </dgm:t>
    </dgm:pt>
    <dgm:pt modelId="{4C43B1A2-8C7C-46CC-936D-D77AC0F9DC50}">
      <dgm:prSet phldrT="[Texto]"/>
      <dgm:spPr/>
      <dgm:t>
        <a:bodyPr/>
        <a:lstStyle/>
        <a:p>
          <a:r>
            <a:rPr lang="pt-BR" i="1" dirty="0"/>
            <a:t>Mostra todos os detalhes de todas as pools</a:t>
          </a:r>
        </a:p>
      </dgm:t>
    </dgm:pt>
    <dgm:pt modelId="{E0BD4A5D-FF89-4FF2-8867-3C477F748D16}" type="parTrans" cxnId="{CCB290B8-14FB-481A-B836-64158E326341}">
      <dgm:prSet/>
      <dgm:spPr/>
      <dgm:t>
        <a:bodyPr/>
        <a:lstStyle/>
        <a:p>
          <a:endParaRPr lang="pt-BR"/>
        </a:p>
      </dgm:t>
    </dgm:pt>
    <dgm:pt modelId="{A045395B-1EB8-4ACD-81C7-46CC74A6E1E8}" type="sibTrans" cxnId="{CCB290B8-14FB-481A-B836-64158E326341}">
      <dgm:prSet/>
      <dgm:spPr/>
      <dgm:t>
        <a:bodyPr/>
        <a:lstStyle/>
        <a:p>
          <a:endParaRPr lang="pt-BR"/>
        </a:p>
      </dgm:t>
    </dgm:pt>
    <dgm:pt modelId="{07646A52-FA3F-4AFC-9D2D-1BB470205133}">
      <dgm:prSet phldrT="[Texto]"/>
      <dgm:spPr/>
      <dgm:t>
        <a:bodyPr/>
        <a:lstStyle/>
        <a:p>
          <a:r>
            <a:rPr lang="pt-BR" i="1" dirty="0"/>
            <a:t>R1#show </a:t>
          </a:r>
          <a:r>
            <a:rPr lang="pt-BR" i="1" dirty="0" err="1"/>
            <a:t>ip</a:t>
          </a:r>
          <a:r>
            <a:rPr lang="pt-BR" i="1" dirty="0"/>
            <a:t> dhcp </a:t>
          </a:r>
          <a:r>
            <a:rPr lang="pt-BR" i="1" dirty="0" err="1"/>
            <a:t>binding</a:t>
          </a:r>
          <a:endParaRPr lang="pt-BR" i="1" dirty="0"/>
        </a:p>
      </dgm:t>
    </dgm:pt>
    <dgm:pt modelId="{C13B9F72-665D-48BE-8510-CD7159E84C52}" type="parTrans" cxnId="{D9825EA1-6897-4AF9-8EE0-A83406FEC982}">
      <dgm:prSet/>
      <dgm:spPr/>
      <dgm:t>
        <a:bodyPr/>
        <a:lstStyle/>
        <a:p>
          <a:endParaRPr lang="pt-BR"/>
        </a:p>
      </dgm:t>
    </dgm:pt>
    <dgm:pt modelId="{B04DCD3E-A2DA-4C26-A88E-EE02A5DD47A9}" type="sibTrans" cxnId="{D9825EA1-6897-4AF9-8EE0-A83406FEC982}">
      <dgm:prSet/>
      <dgm:spPr/>
      <dgm:t>
        <a:bodyPr/>
        <a:lstStyle/>
        <a:p>
          <a:endParaRPr lang="pt-BR"/>
        </a:p>
      </dgm:t>
    </dgm:pt>
    <dgm:pt modelId="{4BD3239A-54C6-465A-887B-9C56327992FD}">
      <dgm:prSet phldrT="[Texto]"/>
      <dgm:spPr/>
      <dgm:t>
        <a:bodyPr/>
        <a:lstStyle/>
        <a:p>
          <a:r>
            <a:rPr lang="pt-BR" i="1" dirty="0"/>
            <a:t>Vê todos os Endereços IP dinâmicos conectado a rede</a:t>
          </a:r>
        </a:p>
      </dgm:t>
    </dgm:pt>
    <dgm:pt modelId="{7912D549-4F83-455F-B528-D0F37DDE9524}" type="parTrans" cxnId="{1270E4A0-312E-4127-8038-0396400D7D63}">
      <dgm:prSet/>
      <dgm:spPr/>
      <dgm:t>
        <a:bodyPr/>
        <a:lstStyle/>
        <a:p>
          <a:endParaRPr lang="pt-BR"/>
        </a:p>
      </dgm:t>
    </dgm:pt>
    <dgm:pt modelId="{C3532891-920D-499D-9918-000E4D8DC953}" type="sibTrans" cxnId="{1270E4A0-312E-4127-8038-0396400D7D63}">
      <dgm:prSet/>
      <dgm:spPr/>
      <dgm:t>
        <a:bodyPr/>
        <a:lstStyle/>
        <a:p>
          <a:endParaRPr lang="pt-BR"/>
        </a:p>
      </dgm:t>
    </dgm:pt>
    <dgm:pt modelId="{3C25E257-69ED-44B2-B4C7-501C23C77E74}" type="pres">
      <dgm:prSet presAssocID="{965C5872-DEDE-4B31-8E52-D295CE947EAC}" presName="linear" presStyleCnt="0">
        <dgm:presLayoutVars>
          <dgm:animLvl val="lvl"/>
          <dgm:resizeHandles val="exact"/>
        </dgm:presLayoutVars>
      </dgm:prSet>
      <dgm:spPr/>
    </dgm:pt>
    <dgm:pt modelId="{A7AA337D-43BB-4A7B-B819-DB0F4FBA8749}" type="pres">
      <dgm:prSet presAssocID="{89CEE810-68BC-42C6-BABB-A0E54B8A341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DE3A167-A28F-4578-8497-9E838AC08835}" type="pres">
      <dgm:prSet presAssocID="{89CEE810-68BC-42C6-BABB-A0E54B8A3413}" presName="childText" presStyleLbl="revTx" presStyleIdx="0" presStyleCnt="2">
        <dgm:presLayoutVars>
          <dgm:bulletEnabled val="1"/>
        </dgm:presLayoutVars>
      </dgm:prSet>
      <dgm:spPr/>
    </dgm:pt>
    <dgm:pt modelId="{FF5FC2B6-4710-4109-BD6C-9FECF0AE6B37}" type="pres">
      <dgm:prSet presAssocID="{07646A52-FA3F-4AFC-9D2D-1BB47020513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E911E03-AAE1-46C4-98A7-128A47CEA76D}" type="pres">
      <dgm:prSet presAssocID="{07646A52-FA3F-4AFC-9D2D-1BB47020513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79EFA35-4899-43A0-BB62-B4E55B798599}" srcId="{965C5872-DEDE-4B31-8E52-D295CE947EAC}" destId="{89CEE810-68BC-42C6-BABB-A0E54B8A3413}" srcOrd="0" destOrd="0" parTransId="{2F08B96D-AD5F-47C4-BFE3-D03809A38B8E}" sibTransId="{1057F60A-25F7-4AD2-A65D-EF07C3D3705A}"/>
    <dgm:cxn modelId="{70E5A76B-1DA6-496E-AA2B-08AFDAB37E39}" type="presOf" srcId="{89CEE810-68BC-42C6-BABB-A0E54B8A3413}" destId="{A7AA337D-43BB-4A7B-B819-DB0F4FBA8749}" srcOrd="0" destOrd="0" presId="urn:microsoft.com/office/officeart/2005/8/layout/vList2"/>
    <dgm:cxn modelId="{B0FE5F51-AB93-4C38-8921-78DFACFE187E}" type="presOf" srcId="{4BD3239A-54C6-465A-887B-9C56327992FD}" destId="{8E911E03-AAE1-46C4-98A7-128A47CEA76D}" srcOrd="0" destOrd="0" presId="urn:microsoft.com/office/officeart/2005/8/layout/vList2"/>
    <dgm:cxn modelId="{B304A68B-EF22-467C-A422-A39C1DE92A78}" type="presOf" srcId="{965C5872-DEDE-4B31-8E52-D295CE947EAC}" destId="{3C25E257-69ED-44B2-B4C7-501C23C77E74}" srcOrd="0" destOrd="0" presId="urn:microsoft.com/office/officeart/2005/8/layout/vList2"/>
    <dgm:cxn modelId="{1270E4A0-312E-4127-8038-0396400D7D63}" srcId="{07646A52-FA3F-4AFC-9D2D-1BB470205133}" destId="{4BD3239A-54C6-465A-887B-9C56327992FD}" srcOrd="0" destOrd="0" parTransId="{7912D549-4F83-455F-B528-D0F37DDE9524}" sibTransId="{C3532891-920D-499D-9918-000E4D8DC953}"/>
    <dgm:cxn modelId="{D9825EA1-6897-4AF9-8EE0-A83406FEC982}" srcId="{965C5872-DEDE-4B31-8E52-D295CE947EAC}" destId="{07646A52-FA3F-4AFC-9D2D-1BB470205133}" srcOrd="1" destOrd="0" parTransId="{C13B9F72-665D-48BE-8510-CD7159E84C52}" sibTransId="{B04DCD3E-A2DA-4C26-A88E-EE02A5DD47A9}"/>
    <dgm:cxn modelId="{CCB290B8-14FB-481A-B836-64158E326341}" srcId="{89CEE810-68BC-42C6-BABB-A0E54B8A3413}" destId="{4C43B1A2-8C7C-46CC-936D-D77AC0F9DC50}" srcOrd="0" destOrd="0" parTransId="{E0BD4A5D-FF89-4FF2-8867-3C477F748D16}" sibTransId="{A045395B-1EB8-4ACD-81C7-46CC74A6E1E8}"/>
    <dgm:cxn modelId="{F15A29E8-1055-45A5-8EDB-D72BE2704A74}" type="presOf" srcId="{07646A52-FA3F-4AFC-9D2D-1BB470205133}" destId="{FF5FC2B6-4710-4109-BD6C-9FECF0AE6B37}" srcOrd="0" destOrd="0" presId="urn:microsoft.com/office/officeart/2005/8/layout/vList2"/>
    <dgm:cxn modelId="{164C47F0-A4B3-4C49-ABB4-A23921124B9B}" type="presOf" srcId="{4C43B1A2-8C7C-46CC-936D-D77AC0F9DC50}" destId="{2DE3A167-A28F-4578-8497-9E838AC08835}" srcOrd="0" destOrd="0" presId="urn:microsoft.com/office/officeart/2005/8/layout/vList2"/>
    <dgm:cxn modelId="{53769A04-F95D-400B-B737-3B7C5B2C6EC8}" type="presParOf" srcId="{3C25E257-69ED-44B2-B4C7-501C23C77E74}" destId="{A7AA337D-43BB-4A7B-B819-DB0F4FBA8749}" srcOrd="0" destOrd="0" presId="urn:microsoft.com/office/officeart/2005/8/layout/vList2"/>
    <dgm:cxn modelId="{EB5E7DDD-DC1B-4C07-B5D3-F7C274840911}" type="presParOf" srcId="{3C25E257-69ED-44B2-B4C7-501C23C77E74}" destId="{2DE3A167-A28F-4578-8497-9E838AC08835}" srcOrd="1" destOrd="0" presId="urn:microsoft.com/office/officeart/2005/8/layout/vList2"/>
    <dgm:cxn modelId="{88753607-D67F-4B63-A77B-3449D1B8C554}" type="presParOf" srcId="{3C25E257-69ED-44B2-B4C7-501C23C77E74}" destId="{FF5FC2B6-4710-4109-BD6C-9FECF0AE6B37}" srcOrd="2" destOrd="0" presId="urn:microsoft.com/office/officeart/2005/8/layout/vList2"/>
    <dgm:cxn modelId="{B931A6ED-7902-4D9B-B25C-0895F499C0E3}" type="presParOf" srcId="{3C25E257-69ED-44B2-B4C7-501C23C77E74}" destId="{8E911E03-AAE1-46C4-98A7-128A47CEA76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A337D-43BB-4A7B-B819-DB0F4FBA8749}">
      <dsp:nvSpPr>
        <dsp:cNvPr id="0" name=""/>
        <dsp:cNvSpPr/>
      </dsp:nvSpPr>
      <dsp:spPr>
        <a:xfrm>
          <a:off x="0" y="39033"/>
          <a:ext cx="948404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i="1" kern="1200" dirty="0"/>
            <a:t>R1#config t</a:t>
          </a:r>
        </a:p>
      </dsp:txBody>
      <dsp:txXfrm>
        <a:off x="32784" y="71817"/>
        <a:ext cx="9418473" cy="606012"/>
      </dsp:txXfrm>
    </dsp:sp>
    <dsp:sp modelId="{9F12D91D-95EC-40EF-A51E-B0C7BB71F421}">
      <dsp:nvSpPr>
        <dsp:cNvPr id="0" name=""/>
        <dsp:cNvSpPr/>
      </dsp:nvSpPr>
      <dsp:spPr>
        <a:xfrm>
          <a:off x="0" y="710613"/>
          <a:ext cx="9484041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11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200" kern="1200" dirty="0"/>
            <a:t>Entra no modo de configuração do terminal</a:t>
          </a:r>
        </a:p>
      </dsp:txBody>
      <dsp:txXfrm>
        <a:off x="0" y="710613"/>
        <a:ext cx="9484041" cy="463680"/>
      </dsp:txXfrm>
    </dsp:sp>
    <dsp:sp modelId="{6EA14496-03D0-4AF1-AD9D-F3887B0D6453}">
      <dsp:nvSpPr>
        <dsp:cNvPr id="0" name=""/>
        <dsp:cNvSpPr/>
      </dsp:nvSpPr>
      <dsp:spPr>
        <a:xfrm>
          <a:off x="0" y="1174293"/>
          <a:ext cx="9484041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i="1" kern="1200" dirty="0"/>
            <a:t>R1(</a:t>
          </a:r>
          <a:r>
            <a:rPr lang="pt-BR" sz="2800" i="1" kern="1200" dirty="0" err="1"/>
            <a:t>config</a:t>
          </a:r>
          <a:r>
            <a:rPr lang="pt-BR" sz="2800" i="1" kern="1200" dirty="0"/>
            <a:t>)#ip dhcp ?</a:t>
          </a:r>
        </a:p>
      </dsp:txBody>
      <dsp:txXfrm>
        <a:off x="32784" y="1207077"/>
        <a:ext cx="9418473" cy="606012"/>
      </dsp:txXfrm>
    </dsp:sp>
    <dsp:sp modelId="{D2D8FB3D-0C18-4BFA-A20F-C421D8601647}">
      <dsp:nvSpPr>
        <dsp:cNvPr id="0" name=""/>
        <dsp:cNvSpPr/>
      </dsp:nvSpPr>
      <dsp:spPr>
        <a:xfrm>
          <a:off x="0" y="1845874"/>
          <a:ext cx="9484041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118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200" kern="1200" dirty="0"/>
            <a:t>Vê todos os comandos de configuração DHCP no formato IPv4</a:t>
          </a:r>
        </a:p>
      </dsp:txBody>
      <dsp:txXfrm>
        <a:off x="0" y="1845874"/>
        <a:ext cx="9484041" cy="4636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A337D-43BB-4A7B-B819-DB0F4FBA8749}">
      <dsp:nvSpPr>
        <dsp:cNvPr id="0" name=""/>
        <dsp:cNvSpPr/>
      </dsp:nvSpPr>
      <dsp:spPr>
        <a:xfrm>
          <a:off x="0" y="10239"/>
          <a:ext cx="9484041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i="1" kern="1200" dirty="0"/>
            <a:t>R1#config t</a:t>
          </a:r>
        </a:p>
      </dsp:txBody>
      <dsp:txXfrm>
        <a:off x="37467" y="47706"/>
        <a:ext cx="9409107" cy="692586"/>
      </dsp:txXfrm>
    </dsp:sp>
    <dsp:sp modelId="{9F12D91D-95EC-40EF-A51E-B0C7BB71F421}">
      <dsp:nvSpPr>
        <dsp:cNvPr id="0" name=""/>
        <dsp:cNvSpPr/>
      </dsp:nvSpPr>
      <dsp:spPr>
        <a:xfrm>
          <a:off x="0" y="777759"/>
          <a:ext cx="9484041" cy="5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118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500" kern="1200" dirty="0"/>
            <a:t>Entra no modo de configuração do terminal</a:t>
          </a:r>
        </a:p>
      </dsp:txBody>
      <dsp:txXfrm>
        <a:off x="0" y="777759"/>
        <a:ext cx="9484041" cy="529920"/>
      </dsp:txXfrm>
    </dsp:sp>
    <dsp:sp modelId="{6EA14496-03D0-4AF1-AD9D-F3887B0D6453}">
      <dsp:nvSpPr>
        <dsp:cNvPr id="0" name=""/>
        <dsp:cNvSpPr/>
      </dsp:nvSpPr>
      <dsp:spPr>
        <a:xfrm>
          <a:off x="0" y="1307680"/>
          <a:ext cx="9484041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i="1" kern="1200" dirty="0"/>
            <a:t>R1(</a:t>
          </a:r>
          <a:r>
            <a:rPr lang="pt-BR" sz="3200" i="1" kern="1200" dirty="0" err="1"/>
            <a:t>config</a:t>
          </a:r>
          <a:r>
            <a:rPr lang="pt-BR" sz="3200" i="1" kern="1200" dirty="0"/>
            <a:t>)#ip dhcp </a:t>
          </a:r>
          <a:r>
            <a:rPr lang="pt-BR" sz="3200" i="1" kern="1200" dirty="0" err="1"/>
            <a:t>excluded-address</a:t>
          </a:r>
          <a:r>
            <a:rPr lang="pt-BR" sz="3200" i="1" kern="1200" dirty="0"/>
            <a:t> </a:t>
          </a:r>
          <a:r>
            <a:rPr lang="pt-BR" sz="3200" i="0" kern="1200" dirty="0"/>
            <a:t>[Endereço IP]</a:t>
          </a:r>
        </a:p>
      </dsp:txBody>
      <dsp:txXfrm>
        <a:off x="37467" y="1345147"/>
        <a:ext cx="9409107" cy="692586"/>
      </dsp:txXfrm>
    </dsp:sp>
    <dsp:sp modelId="{D2D8FB3D-0C18-4BFA-A20F-C421D8601647}">
      <dsp:nvSpPr>
        <dsp:cNvPr id="0" name=""/>
        <dsp:cNvSpPr/>
      </dsp:nvSpPr>
      <dsp:spPr>
        <a:xfrm>
          <a:off x="0" y="2075200"/>
          <a:ext cx="9484041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118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500" kern="1200" dirty="0"/>
            <a:t>Especifica endereços IP que não serão distribuídos de forma dinâmica ou pelo formato DHCP. </a:t>
          </a:r>
          <a:r>
            <a:rPr lang="pt-BR" sz="2500" kern="1200" dirty="0" err="1"/>
            <a:t>Ex</a:t>
          </a:r>
          <a:r>
            <a:rPr lang="pt-BR" sz="2500" kern="1200" dirty="0"/>
            <a:t>: Endereços IP estáticos.</a:t>
          </a:r>
        </a:p>
      </dsp:txBody>
      <dsp:txXfrm>
        <a:off x="0" y="2075200"/>
        <a:ext cx="9484041" cy="7948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A337D-43BB-4A7B-B819-DB0F4FBA8749}">
      <dsp:nvSpPr>
        <dsp:cNvPr id="0" name=""/>
        <dsp:cNvSpPr/>
      </dsp:nvSpPr>
      <dsp:spPr>
        <a:xfrm>
          <a:off x="0" y="148330"/>
          <a:ext cx="9484041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i="1" kern="1200" dirty="0"/>
            <a:t>R1#config t</a:t>
          </a:r>
        </a:p>
      </dsp:txBody>
      <dsp:txXfrm>
        <a:off x="35125" y="183455"/>
        <a:ext cx="9413791" cy="649299"/>
      </dsp:txXfrm>
    </dsp:sp>
    <dsp:sp modelId="{9F12D91D-95EC-40EF-A51E-B0C7BB71F421}">
      <dsp:nvSpPr>
        <dsp:cNvPr id="0" name=""/>
        <dsp:cNvSpPr/>
      </dsp:nvSpPr>
      <dsp:spPr>
        <a:xfrm>
          <a:off x="0" y="867880"/>
          <a:ext cx="9484041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118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300" kern="1200" dirty="0"/>
            <a:t>Entra no modo de configuração do terminal</a:t>
          </a:r>
        </a:p>
      </dsp:txBody>
      <dsp:txXfrm>
        <a:off x="0" y="867880"/>
        <a:ext cx="9484041" cy="496800"/>
      </dsp:txXfrm>
    </dsp:sp>
    <dsp:sp modelId="{6EA14496-03D0-4AF1-AD9D-F3887B0D6453}">
      <dsp:nvSpPr>
        <dsp:cNvPr id="0" name=""/>
        <dsp:cNvSpPr/>
      </dsp:nvSpPr>
      <dsp:spPr>
        <a:xfrm>
          <a:off x="0" y="1364680"/>
          <a:ext cx="9484041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000" i="1" kern="1200" dirty="0"/>
            <a:t>R1(</a:t>
          </a:r>
          <a:r>
            <a:rPr lang="pt-BR" sz="3000" i="1" kern="1200" dirty="0" err="1"/>
            <a:t>config</a:t>
          </a:r>
          <a:r>
            <a:rPr lang="pt-BR" sz="3000" i="1" kern="1200" dirty="0"/>
            <a:t>)#ip dhcp pool </a:t>
          </a:r>
          <a:r>
            <a:rPr lang="pt-BR" sz="3000" i="0" kern="1200" dirty="0"/>
            <a:t>[Nome da Pool]</a:t>
          </a:r>
        </a:p>
      </dsp:txBody>
      <dsp:txXfrm>
        <a:off x="35125" y="1399805"/>
        <a:ext cx="9413791" cy="649299"/>
      </dsp:txXfrm>
    </dsp:sp>
    <dsp:sp modelId="{D2D8FB3D-0C18-4BFA-A20F-C421D8601647}">
      <dsp:nvSpPr>
        <dsp:cNvPr id="0" name=""/>
        <dsp:cNvSpPr/>
      </dsp:nvSpPr>
      <dsp:spPr>
        <a:xfrm>
          <a:off x="0" y="2084230"/>
          <a:ext cx="9484041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1118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300" kern="1200" dirty="0"/>
            <a:t>Cria</a:t>
          </a:r>
          <a:r>
            <a:rPr lang="pt-BR" sz="2300" kern="1200" baseline="0" dirty="0"/>
            <a:t> uma pool de Endereços dinâmicos</a:t>
          </a:r>
          <a:endParaRPr lang="pt-BR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300" kern="1200" dirty="0"/>
            <a:t>Entra no modo de configuração de uma nova pool ou de uma existente</a:t>
          </a:r>
        </a:p>
      </dsp:txBody>
      <dsp:txXfrm>
        <a:off x="0" y="2084230"/>
        <a:ext cx="9484041" cy="7917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A337D-43BB-4A7B-B819-DB0F4FBA8749}">
      <dsp:nvSpPr>
        <dsp:cNvPr id="0" name=""/>
        <dsp:cNvSpPr/>
      </dsp:nvSpPr>
      <dsp:spPr>
        <a:xfrm>
          <a:off x="0" y="38924"/>
          <a:ext cx="961755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i="1" kern="1200" dirty="0"/>
            <a:t>R1#config t</a:t>
          </a:r>
        </a:p>
      </dsp:txBody>
      <dsp:txXfrm>
        <a:off x="30442" y="69366"/>
        <a:ext cx="9556667" cy="562726"/>
      </dsp:txXfrm>
    </dsp:sp>
    <dsp:sp modelId="{9F12D91D-95EC-40EF-A51E-B0C7BB71F421}">
      <dsp:nvSpPr>
        <dsp:cNvPr id="0" name=""/>
        <dsp:cNvSpPr/>
      </dsp:nvSpPr>
      <dsp:spPr>
        <a:xfrm>
          <a:off x="0" y="662534"/>
          <a:ext cx="9617551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35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 dirty="0"/>
            <a:t>Entra no modo de configuração do terminal</a:t>
          </a:r>
        </a:p>
      </dsp:txBody>
      <dsp:txXfrm>
        <a:off x="0" y="662534"/>
        <a:ext cx="9617551" cy="430560"/>
      </dsp:txXfrm>
    </dsp:sp>
    <dsp:sp modelId="{6EA14496-03D0-4AF1-AD9D-F3887B0D6453}">
      <dsp:nvSpPr>
        <dsp:cNvPr id="0" name=""/>
        <dsp:cNvSpPr/>
      </dsp:nvSpPr>
      <dsp:spPr>
        <a:xfrm>
          <a:off x="0" y="1093094"/>
          <a:ext cx="961755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i="1" kern="1200" dirty="0"/>
            <a:t>R1(</a:t>
          </a:r>
          <a:r>
            <a:rPr lang="pt-BR" sz="2600" i="1" kern="1200" dirty="0" err="1"/>
            <a:t>config</a:t>
          </a:r>
          <a:r>
            <a:rPr lang="pt-BR" sz="2600" i="1" kern="1200" dirty="0"/>
            <a:t>)#ip dhcp pool </a:t>
          </a:r>
          <a:r>
            <a:rPr lang="pt-BR" sz="2600" i="0" kern="1200" dirty="0"/>
            <a:t>[Nome da Pool]</a:t>
          </a:r>
        </a:p>
      </dsp:txBody>
      <dsp:txXfrm>
        <a:off x="30442" y="1123536"/>
        <a:ext cx="9556667" cy="562726"/>
      </dsp:txXfrm>
    </dsp:sp>
    <dsp:sp modelId="{D2D8FB3D-0C18-4BFA-A20F-C421D8601647}">
      <dsp:nvSpPr>
        <dsp:cNvPr id="0" name=""/>
        <dsp:cNvSpPr/>
      </dsp:nvSpPr>
      <dsp:spPr>
        <a:xfrm>
          <a:off x="0" y="1716705"/>
          <a:ext cx="9617551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35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 dirty="0"/>
            <a:t>Entra no modo de configuração de uma nova pool ou de uma existente</a:t>
          </a:r>
        </a:p>
      </dsp:txBody>
      <dsp:txXfrm>
        <a:off x="0" y="1716705"/>
        <a:ext cx="9617551" cy="430560"/>
      </dsp:txXfrm>
    </dsp:sp>
    <dsp:sp modelId="{E7A2F68B-0813-41CD-A4BF-9AABE7013B1F}">
      <dsp:nvSpPr>
        <dsp:cNvPr id="0" name=""/>
        <dsp:cNvSpPr/>
      </dsp:nvSpPr>
      <dsp:spPr>
        <a:xfrm>
          <a:off x="0" y="2147265"/>
          <a:ext cx="961755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i="1" kern="1200" dirty="0"/>
            <a:t>R1(</a:t>
          </a:r>
          <a:r>
            <a:rPr lang="pt-BR" sz="2600" i="1" kern="1200" dirty="0" err="1"/>
            <a:t>config</a:t>
          </a:r>
          <a:r>
            <a:rPr lang="pt-BR" sz="2600" i="1" kern="1200" dirty="0"/>
            <a:t>-dhcp)#network [Endereço IP da rede] [Máscara da rede]</a:t>
          </a:r>
        </a:p>
      </dsp:txBody>
      <dsp:txXfrm>
        <a:off x="30442" y="2177707"/>
        <a:ext cx="9556667" cy="562726"/>
      </dsp:txXfrm>
    </dsp:sp>
    <dsp:sp modelId="{5CA34B75-EF25-49DB-9D56-DDBB73A792A5}">
      <dsp:nvSpPr>
        <dsp:cNvPr id="0" name=""/>
        <dsp:cNvSpPr/>
      </dsp:nvSpPr>
      <dsp:spPr>
        <a:xfrm>
          <a:off x="0" y="2770875"/>
          <a:ext cx="9617551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35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 dirty="0"/>
            <a:t>Define os endereços </a:t>
          </a:r>
          <a:r>
            <a:rPr lang="pt-BR" sz="2000" kern="1200" dirty="0" err="1"/>
            <a:t>ip</a:t>
          </a:r>
          <a:r>
            <a:rPr lang="pt-BR" sz="2000" kern="1200" dirty="0"/>
            <a:t> dinâmico das </a:t>
          </a:r>
          <a:r>
            <a:rPr lang="pt-BR" sz="2000" kern="1200" dirty="0" err="1"/>
            <a:t>sub-redes</a:t>
          </a:r>
          <a:endParaRPr lang="pt-BR" sz="2000" kern="1200" dirty="0"/>
        </a:p>
      </dsp:txBody>
      <dsp:txXfrm>
        <a:off x="0" y="2770875"/>
        <a:ext cx="9617551" cy="4305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A337D-43BB-4A7B-B819-DB0F4FBA8749}">
      <dsp:nvSpPr>
        <dsp:cNvPr id="0" name=""/>
        <dsp:cNvSpPr/>
      </dsp:nvSpPr>
      <dsp:spPr>
        <a:xfrm>
          <a:off x="0" y="45192"/>
          <a:ext cx="9684306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i="1" kern="1200" dirty="0"/>
            <a:t>R1#config t</a:t>
          </a:r>
        </a:p>
      </dsp:txBody>
      <dsp:txXfrm>
        <a:off x="25759" y="70951"/>
        <a:ext cx="9632788" cy="476152"/>
      </dsp:txXfrm>
    </dsp:sp>
    <dsp:sp modelId="{9F12D91D-95EC-40EF-A51E-B0C7BB71F421}">
      <dsp:nvSpPr>
        <dsp:cNvPr id="0" name=""/>
        <dsp:cNvSpPr/>
      </dsp:nvSpPr>
      <dsp:spPr>
        <a:xfrm>
          <a:off x="0" y="572863"/>
          <a:ext cx="9684306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7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Entra no modo de configuração do terminal</a:t>
          </a:r>
        </a:p>
      </dsp:txBody>
      <dsp:txXfrm>
        <a:off x="0" y="572863"/>
        <a:ext cx="9684306" cy="364320"/>
      </dsp:txXfrm>
    </dsp:sp>
    <dsp:sp modelId="{6EA14496-03D0-4AF1-AD9D-F3887B0D6453}">
      <dsp:nvSpPr>
        <dsp:cNvPr id="0" name=""/>
        <dsp:cNvSpPr/>
      </dsp:nvSpPr>
      <dsp:spPr>
        <a:xfrm>
          <a:off x="0" y="937183"/>
          <a:ext cx="9684306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i="1" kern="1200" dirty="0"/>
            <a:t>R1(</a:t>
          </a:r>
          <a:r>
            <a:rPr lang="pt-BR" sz="2200" i="1" kern="1200" dirty="0" err="1"/>
            <a:t>config</a:t>
          </a:r>
          <a:r>
            <a:rPr lang="pt-BR" sz="2200" i="1" kern="1200" dirty="0"/>
            <a:t>)#ip dhcp pool </a:t>
          </a:r>
          <a:r>
            <a:rPr lang="pt-BR" sz="2200" i="0" kern="1200" dirty="0"/>
            <a:t>[Nome da Pool]</a:t>
          </a:r>
        </a:p>
      </dsp:txBody>
      <dsp:txXfrm>
        <a:off x="25759" y="962942"/>
        <a:ext cx="9632788" cy="476152"/>
      </dsp:txXfrm>
    </dsp:sp>
    <dsp:sp modelId="{D2D8FB3D-0C18-4BFA-A20F-C421D8601647}">
      <dsp:nvSpPr>
        <dsp:cNvPr id="0" name=""/>
        <dsp:cNvSpPr/>
      </dsp:nvSpPr>
      <dsp:spPr>
        <a:xfrm>
          <a:off x="0" y="1464853"/>
          <a:ext cx="9684306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7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Entra no modo de configuração de uma nova pool ou de uma existente</a:t>
          </a:r>
        </a:p>
      </dsp:txBody>
      <dsp:txXfrm>
        <a:off x="0" y="1464853"/>
        <a:ext cx="9684306" cy="364320"/>
      </dsp:txXfrm>
    </dsp:sp>
    <dsp:sp modelId="{E7A2F68B-0813-41CD-A4BF-9AABE7013B1F}">
      <dsp:nvSpPr>
        <dsp:cNvPr id="0" name=""/>
        <dsp:cNvSpPr/>
      </dsp:nvSpPr>
      <dsp:spPr>
        <a:xfrm>
          <a:off x="0" y="1829173"/>
          <a:ext cx="9684306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i="1" kern="1200" dirty="0"/>
            <a:t>R1(</a:t>
          </a:r>
          <a:r>
            <a:rPr lang="pt-BR" sz="2200" i="1" kern="1200" dirty="0" err="1"/>
            <a:t>config</a:t>
          </a:r>
          <a:r>
            <a:rPr lang="pt-BR" sz="2200" i="1" kern="1200" dirty="0"/>
            <a:t>-dhcp)#default-router [Endereço IP do roteador] </a:t>
          </a:r>
        </a:p>
      </dsp:txBody>
      <dsp:txXfrm>
        <a:off x="25759" y="1854932"/>
        <a:ext cx="9632788" cy="476152"/>
      </dsp:txXfrm>
    </dsp:sp>
    <dsp:sp modelId="{5CA34B75-EF25-49DB-9D56-DDBB73A792A5}">
      <dsp:nvSpPr>
        <dsp:cNvPr id="0" name=""/>
        <dsp:cNvSpPr/>
      </dsp:nvSpPr>
      <dsp:spPr>
        <a:xfrm>
          <a:off x="0" y="2356843"/>
          <a:ext cx="9684306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7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Define o endereço </a:t>
          </a:r>
          <a:r>
            <a:rPr lang="pt-BR" sz="1700" kern="1200" dirty="0" err="1"/>
            <a:t>ip</a:t>
          </a:r>
          <a:r>
            <a:rPr lang="pt-BR" sz="1700" kern="1200" dirty="0"/>
            <a:t> do roteador padrão que irá distribuir os endereços dinâmicos</a:t>
          </a:r>
        </a:p>
      </dsp:txBody>
      <dsp:txXfrm>
        <a:off x="0" y="2356843"/>
        <a:ext cx="9684306" cy="364320"/>
      </dsp:txXfrm>
    </dsp:sp>
    <dsp:sp modelId="{F4B7D631-D6B1-4956-8DAA-8B6C339442D9}">
      <dsp:nvSpPr>
        <dsp:cNvPr id="0" name=""/>
        <dsp:cNvSpPr/>
      </dsp:nvSpPr>
      <dsp:spPr>
        <a:xfrm>
          <a:off x="0" y="2721163"/>
          <a:ext cx="9684306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 dirty="0"/>
            <a:t>R1(</a:t>
          </a:r>
          <a:r>
            <a:rPr lang="pt-BR" sz="2200" kern="1200" dirty="0" err="1"/>
            <a:t>config</a:t>
          </a:r>
          <a:r>
            <a:rPr lang="pt-BR" sz="2200" kern="1200" dirty="0"/>
            <a:t>-dhcp)#end</a:t>
          </a:r>
        </a:p>
      </dsp:txBody>
      <dsp:txXfrm>
        <a:off x="25759" y="2746922"/>
        <a:ext cx="9632788" cy="476152"/>
      </dsp:txXfrm>
    </dsp:sp>
    <dsp:sp modelId="{A670C311-436C-45A9-A8A8-E2DA0AA9DABE}">
      <dsp:nvSpPr>
        <dsp:cNvPr id="0" name=""/>
        <dsp:cNvSpPr/>
      </dsp:nvSpPr>
      <dsp:spPr>
        <a:xfrm>
          <a:off x="0" y="3248833"/>
          <a:ext cx="9684306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77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1700" kern="1200" dirty="0"/>
            <a:t>Finaliza as configurações do DHCP</a:t>
          </a:r>
        </a:p>
      </dsp:txBody>
      <dsp:txXfrm>
        <a:off x="0" y="3248833"/>
        <a:ext cx="9684306" cy="36432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A337D-43BB-4A7B-B819-DB0F4FBA8749}">
      <dsp:nvSpPr>
        <dsp:cNvPr id="0" name=""/>
        <dsp:cNvSpPr/>
      </dsp:nvSpPr>
      <dsp:spPr>
        <a:xfrm>
          <a:off x="0" y="38925"/>
          <a:ext cx="9684306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900" i="1" kern="1200" dirty="0"/>
            <a:t>R1#show </a:t>
          </a:r>
          <a:r>
            <a:rPr lang="pt-BR" sz="3900" i="1" kern="1200" dirty="0" err="1"/>
            <a:t>ip</a:t>
          </a:r>
          <a:r>
            <a:rPr lang="pt-BR" sz="3900" i="1" kern="1200" dirty="0"/>
            <a:t> dhcp pool</a:t>
          </a:r>
        </a:p>
      </dsp:txBody>
      <dsp:txXfrm>
        <a:off x="45663" y="84588"/>
        <a:ext cx="9592980" cy="844089"/>
      </dsp:txXfrm>
    </dsp:sp>
    <dsp:sp modelId="{2DE3A167-A28F-4578-8497-9E838AC08835}">
      <dsp:nvSpPr>
        <dsp:cNvPr id="0" name=""/>
        <dsp:cNvSpPr/>
      </dsp:nvSpPr>
      <dsp:spPr>
        <a:xfrm>
          <a:off x="0" y="974340"/>
          <a:ext cx="9684306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77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3000" i="1" kern="1200" dirty="0"/>
            <a:t>Mostra todos os detalhes de todas as pools</a:t>
          </a:r>
        </a:p>
      </dsp:txBody>
      <dsp:txXfrm>
        <a:off x="0" y="974340"/>
        <a:ext cx="9684306" cy="645840"/>
      </dsp:txXfrm>
    </dsp:sp>
    <dsp:sp modelId="{FF5FC2B6-4710-4109-BD6C-9FECF0AE6B37}">
      <dsp:nvSpPr>
        <dsp:cNvPr id="0" name=""/>
        <dsp:cNvSpPr/>
      </dsp:nvSpPr>
      <dsp:spPr>
        <a:xfrm>
          <a:off x="0" y="1620180"/>
          <a:ext cx="9684306" cy="9354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900" i="1" kern="1200" dirty="0"/>
            <a:t>R1#show </a:t>
          </a:r>
          <a:r>
            <a:rPr lang="pt-BR" sz="3900" i="1" kern="1200" dirty="0" err="1"/>
            <a:t>ip</a:t>
          </a:r>
          <a:r>
            <a:rPr lang="pt-BR" sz="3900" i="1" kern="1200" dirty="0"/>
            <a:t> dhcp </a:t>
          </a:r>
          <a:r>
            <a:rPr lang="pt-BR" sz="3900" i="1" kern="1200" dirty="0" err="1"/>
            <a:t>binding</a:t>
          </a:r>
          <a:endParaRPr lang="pt-BR" sz="3900" i="1" kern="1200" dirty="0"/>
        </a:p>
      </dsp:txBody>
      <dsp:txXfrm>
        <a:off x="45663" y="1665843"/>
        <a:ext cx="9592980" cy="844089"/>
      </dsp:txXfrm>
    </dsp:sp>
    <dsp:sp modelId="{8E911E03-AAE1-46C4-98A7-128A47CEA76D}">
      <dsp:nvSpPr>
        <dsp:cNvPr id="0" name=""/>
        <dsp:cNvSpPr/>
      </dsp:nvSpPr>
      <dsp:spPr>
        <a:xfrm>
          <a:off x="0" y="2555595"/>
          <a:ext cx="9684306" cy="645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77" tIns="49530" rIns="277368" bIns="4953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3000" i="1" kern="1200" dirty="0"/>
            <a:t>Vê todos os Endereços IP dinâmicos conectado a rede</a:t>
          </a:r>
        </a:p>
      </dsp:txBody>
      <dsp:txXfrm>
        <a:off x="0" y="2555595"/>
        <a:ext cx="9684306" cy="6458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06" units="cm"/>
          <inkml:channel name="Y" type="integer" min="-129" max="771" units="cm"/>
          <inkml:channel name="T" type="integer" max="2.14748E9" units="dev"/>
        </inkml:traceFormat>
        <inkml:channelProperties>
          <inkml:channelProperty channel="X" name="resolution" value="70.15" units="1/cm"/>
          <inkml:channelProperty channel="Y" name="resolution" value="36" units="1/cm"/>
          <inkml:channelProperty channel="T" name="resolution" value="1" units="1/dev"/>
        </inkml:channelProperties>
      </inkml:inkSource>
      <inkml:timestamp xml:id="ts0" timeString="2020-09-18T21:07:28.3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30657 8542 0</inkml:trace>
  <inkml:trace contextRef="#ctx0" brushRef="#br0" timeOffset="1429.15">30737 8542 0,'-40'0'62,"40"40"-31,0 1-15,0-1 0,0 0-16,0 0 15,-40-40-15,40 40 16,0 0-16,0 0 0,0 0 16,0 0-1,0 0-15,-41-40 0,41 41 0,0-1 16,0 0-16,0 0 15</inkml:trace>
  <inkml:trace contextRef="#ctx0" brushRef="#br0" timeOffset="3529.75">22110 18087 0,'40'0'47,"0"0"-32,0 0-15,0 0 16,0 0-1,0 0 1,1 0-16,-1 0 16,0 0-1,0 0 1,0 0 0,0 0-16,0 0 15,0 0 1,1 0-1,-1 0 1,0 0 15,0 0 1,-40-40-32,40 40 31,0 0-31,0 0 31,0 0 0,1 0-15,-1 0 0,-40-40-16,40 40 31,0 0-16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3" Type="http://schemas.openxmlformats.org/officeDocument/2006/relationships/image" Target="../media/image2.png"/><Relationship Id="rId7" Type="http://schemas.openxmlformats.org/officeDocument/2006/relationships/slide" Target="slid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slide" Target="slide42.xml"/><Relationship Id="rId5" Type="http://schemas.openxmlformats.org/officeDocument/2006/relationships/image" Target="../media/image4.png"/><Relationship Id="rId10" Type="http://schemas.openxmlformats.org/officeDocument/2006/relationships/slide" Target="slide38.xml"/><Relationship Id="rId4" Type="http://schemas.openxmlformats.org/officeDocument/2006/relationships/image" Target="../media/image3.png"/><Relationship Id="rId9" Type="http://schemas.openxmlformats.org/officeDocument/2006/relationships/slide" Target="slide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paritech.com/net-admin/variable-length-subnet-mask-vlsm-tutorial/#:~:text=VLSM%20is%20a%20subnet%20design,individual%20need%20on%20a%20network.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" Target="slide44.xml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8.xml"/><Relationship Id="rId5" Type="http://schemas.openxmlformats.org/officeDocument/2006/relationships/image" Target="../media/image17.pn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slide" Target="slide5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pt-br" dirty="0"/>
              <a:t>Grupo SIM</a:t>
            </a:r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/>
              <a:t>Módulo I </a:t>
            </a:r>
            <a:r>
              <a:rPr lang="pt-BR" dirty="0"/>
              <a:t>–</a:t>
            </a:r>
            <a:r>
              <a:rPr lang="pt-br" dirty="0"/>
              <a:t> Projeto </a:t>
            </a:r>
            <a:r>
              <a:rPr lang="pt-BR" dirty="0"/>
              <a:t>😉👍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Módulo I</a:t>
            </a:r>
            <a:endParaRPr lang="en-US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pt-br" dirty="0"/>
              <a:t>O projeto</a:t>
            </a:r>
          </a:p>
          <a:p>
            <a:pPr rtl="0"/>
            <a:r>
              <a:rPr lang="pt-br" dirty="0"/>
              <a:t>Redes e sub-redes</a:t>
            </a:r>
          </a:p>
          <a:p>
            <a:pPr lvl="1"/>
            <a:r>
              <a:rPr lang="pt-BR" dirty="0"/>
              <a:t>Tabela de hosts</a:t>
            </a:r>
          </a:p>
          <a:p>
            <a:pPr lvl="1"/>
            <a:r>
              <a:rPr lang="pt-br" dirty="0"/>
              <a:t>Endereçamento das sub-redes</a:t>
            </a:r>
          </a:p>
          <a:p>
            <a:pPr rtl="0"/>
            <a:r>
              <a:rPr lang="pt-BR" dirty="0"/>
              <a:t>Redes locais virtuais (</a:t>
            </a:r>
            <a:r>
              <a:rPr lang="pt-BR" dirty="0" err="1"/>
              <a:t>VLan</a:t>
            </a:r>
            <a:r>
              <a:rPr lang="pt-BR" dirty="0"/>
              <a:t>)</a:t>
            </a:r>
          </a:p>
          <a:p>
            <a:pPr rtl="0"/>
            <a:r>
              <a:rPr lang="pt-BR" dirty="0"/>
              <a:t>Endereço de IP dinâmico (DHCP)</a:t>
            </a:r>
          </a:p>
          <a:p>
            <a:pPr rtl="0"/>
            <a:r>
              <a:rPr lang="pt-BR" dirty="0"/>
              <a:t>Aplicação ao projeto</a:t>
            </a:r>
          </a:p>
          <a:p>
            <a:pPr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94240-AC7B-4E9E-A609-5D51DBE5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Módulo I - Sumário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oom do Resumo 4">
                <a:extLst>
                  <a:ext uri="{FF2B5EF4-FFF2-40B4-BE49-F238E27FC236}">
                    <a16:creationId xmlns:a16="http://schemas.microsoft.com/office/drawing/2014/main" id="{8A17D005-E30C-4CF6-B653-176D246CBC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3753997"/>
                  </p:ext>
                </p:extLst>
              </p:nvPr>
            </p:nvGraphicFramePr>
            <p:xfrm>
              <a:off x="1219200" y="1701800"/>
              <a:ext cx="10360025" cy="4462463"/>
            </p:xfrm>
            <a:graphic>
              <a:graphicData uri="http://schemas.microsoft.com/office/powerpoint/2016/summaryzoom">
                <psuz:summaryZm>
                  <psuz:summaryZmObj sectionId="{A2AC94EA-054C-42B4-B989-2D188D1BD1B1}">
                    <psuz:zmPr id="{21D30D0B-E8CA-4127-879D-1691EB626F08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1421" y="424232"/>
                          <a:ext cx="3108007" cy="17487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49CF6E4-EDE5-4035-8AE3-F348499D8D8F}">
                    <psuz:zmPr id="{503B323F-6BB0-4C8A-B960-DDC07838BF42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26009" y="424232"/>
                          <a:ext cx="3108007" cy="17487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B752F02-48AC-4496-B90E-90872EC22E5F}">
                    <psuz:zmPr id="{5474964A-88C0-42D3-80CF-F9F643950C68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850597" y="424232"/>
                          <a:ext cx="3108007" cy="17487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95DD4F5-2BFF-40BB-8FDB-5F68D563C151}">
                    <psuz:zmPr id="{E0E7978F-4E55-404D-A41C-5B877A88FBFE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1421" y="2289522"/>
                          <a:ext cx="3108007" cy="17487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9513E9E-0FB8-49A6-954D-E19ED5D14193}">
                    <psuz:zmPr id="{0A9B7C2F-37EC-4AE7-8044-2B221EEFB0EB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26009" y="2289522"/>
                          <a:ext cx="3108007" cy="174870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oom do Resumo 4">
                <a:extLst>
                  <a:ext uri="{FF2B5EF4-FFF2-40B4-BE49-F238E27FC236}">
                    <a16:creationId xmlns:a16="http://schemas.microsoft.com/office/drawing/2014/main" id="{8A17D005-E30C-4CF6-B653-176D246CBC89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219200" y="1701800"/>
                <a:ext cx="10360025" cy="4462463"/>
                <a:chOff x="1219200" y="1701800"/>
                <a:chExt cx="10360025" cy="4462463"/>
              </a:xfrm>
            </p:grpSpPr>
            <p:pic>
              <p:nvPicPr>
                <p:cNvPr id="3" name="Imagem 3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620621" y="2126032"/>
                  <a:ext cx="3108007" cy="174870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Imagem 4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845209" y="2126032"/>
                  <a:ext cx="3108007" cy="174870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Imagem 6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069797" y="2126032"/>
                  <a:ext cx="3108007" cy="174870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Imagem 7">
                  <a:hlinkClick r:id="rId1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20621" y="3991322"/>
                  <a:ext cx="3108007" cy="174870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Imagem 8">
                  <a:hlinkClick r:id="rId1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45209" y="3991322"/>
                  <a:ext cx="3108007" cy="1748709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107630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D7114-5C52-43A9-A823-A2EFC01C2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Projeto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711AA9-61D0-4AC1-BB18-71F8DF224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necessário para ser feito na 1ªVA?</a:t>
            </a:r>
          </a:p>
        </p:txBody>
      </p:sp>
    </p:spTree>
    <p:extLst>
      <p:ext uri="{BB962C8B-B14F-4D97-AF65-F5344CB8AC3E}">
        <p14:creationId xmlns:p14="http://schemas.microsoft.com/office/powerpoint/2010/main" val="205143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CC622-A1BA-406A-B179-2466AD97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562075"/>
          </a:xfrm>
        </p:spPr>
        <p:txBody>
          <a:bodyPr>
            <a:normAutofit fontScale="90000"/>
          </a:bodyPr>
          <a:lstStyle/>
          <a:p>
            <a:r>
              <a:rPr lang="pt-BR" dirty="0"/>
              <a:t>Requisitos de 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465109-DF0B-40CC-A996-107DED297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80728"/>
            <a:ext cx="10360501" cy="5472608"/>
          </a:xfrm>
        </p:spPr>
        <p:txBody>
          <a:bodyPr>
            <a:normAutofit/>
          </a:bodyPr>
          <a:lstStyle/>
          <a:p>
            <a:r>
              <a:rPr lang="pt-BR" dirty="0"/>
              <a:t>Tabela ARP sendo construída </a:t>
            </a:r>
          </a:p>
          <a:p>
            <a:r>
              <a:rPr lang="pt-BR" dirty="0" err="1"/>
              <a:t>Ping</a:t>
            </a:r>
            <a:r>
              <a:rPr lang="pt-BR" dirty="0"/>
              <a:t> entre as máquinas da mesma </a:t>
            </a:r>
            <a:r>
              <a:rPr lang="pt-BR" dirty="0" err="1"/>
              <a:t>sub-rede</a:t>
            </a:r>
            <a:r>
              <a:rPr lang="pt-BR" dirty="0"/>
              <a:t> </a:t>
            </a:r>
          </a:p>
          <a:p>
            <a:r>
              <a:rPr lang="pt-BR" dirty="0" err="1"/>
              <a:t>Ping</a:t>
            </a:r>
            <a:r>
              <a:rPr lang="pt-BR" dirty="0"/>
              <a:t> entre as máquinas de redes diferentes </a:t>
            </a:r>
          </a:p>
          <a:p>
            <a:r>
              <a:rPr lang="pt-BR" dirty="0" err="1"/>
              <a:t>Traceroute</a:t>
            </a:r>
            <a:r>
              <a:rPr lang="pt-BR" dirty="0"/>
              <a:t> entre máquinas </a:t>
            </a:r>
          </a:p>
          <a:p>
            <a:r>
              <a:rPr lang="pt-BR" dirty="0"/>
              <a:t>Rede implementada em IPV4. </a:t>
            </a:r>
          </a:p>
          <a:p>
            <a:r>
              <a:rPr lang="pt-BR" dirty="0"/>
              <a:t>Rede implementada em IPV6 </a:t>
            </a:r>
          </a:p>
          <a:p>
            <a:r>
              <a:rPr lang="pt-BR" dirty="0"/>
              <a:t>Criação das </a:t>
            </a:r>
            <a:r>
              <a:rPr lang="pt-BR" dirty="0" err="1"/>
              <a:t>Vlans</a:t>
            </a:r>
            <a:r>
              <a:rPr lang="pt-BR" dirty="0"/>
              <a:t>/VLSM (</a:t>
            </a:r>
            <a:r>
              <a:rPr lang="pt-BR" dirty="0" err="1"/>
              <a:t>HowTo</a:t>
            </a:r>
            <a:r>
              <a:rPr lang="pt-BR" dirty="0"/>
              <a:t>) </a:t>
            </a:r>
          </a:p>
          <a:p>
            <a:r>
              <a:rPr lang="pt-BR" dirty="0"/>
              <a:t>Configuração do servidor DHCP</a:t>
            </a:r>
          </a:p>
          <a:p>
            <a:r>
              <a:rPr lang="pt-BR" dirty="0"/>
              <a:t>Acesso à Internet (NAT)</a:t>
            </a:r>
          </a:p>
        </p:txBody>
      </p:sp>
    </p:spTree>
    <p:extLst>
      <p:ext uri="{BB962C8B-B14F-4D97-AF65-F5344CB8AC3E}">
        <p14:creationId xmlns:p14="http://schemas.microsoft.com/office/powerpoint/2010/main" val="3194838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CC622-A1BA-406A-B179-2466AD97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562075"/>
          </a:xfrm>
        </p:spPr>
        <p:txBody>
          <a:bodyPr>
            <a:normAutofit fontScale="90000"/>
          </a:bodyPr>
          <a:lstStyle/>
          <a:p>
            <a:r>
              <a:rPr lang="pt-BR" dirty="0"/>
              <a:t>Requisitos de avaliação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465109-DF0B-40CC-A996-107DED297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80728"/>
            <a:ext cx="10360501" cy="5472608"/>
          </a:xfrm>
        </p:spPr>
        <p:txBody>
          <a:bodyPr>
            <a:normAutofit/>
          </a:bodyPr>
          <a:lstStyle/>
          <a:p>
            <a:r>
              <a:rPr lang="pt-BR" dirty="0"/>
              <a:t>Tabela ARP sendo construída </a:t>
            </a:r>
          </a:p>
          <a:p>
            <a:r>
              <a:rPr lang="pt-BR" dirty="0" err="1">
                <a:solidFill>
                  <a:schemeClr val="accent1"/>
                </a:solidFill>
              </a:rPr>
              <a:t>Ping</a:t>
            </a:r>
            <a:r>
              <a:rPr lang="pt-BR" dirty="0">
                <a:solidFill>
                  <a:schemeClr val="accent1"/>
                </a:solidFill>
              </a:rPr>
              <a:t> entre as máquinas da mesma </a:t>
            </a:r>
            <a:r>
              <a:rPr lang="pt-BR" dirty="0" err="1">
                <a:solidFill>
                  <a:schemeClr val="accent1"/>
                </a:solidFill>
              </a:rPr>
              <a:t>sub-rede</a:t>
            </a:r>
            <a:r>
              <a:rPr lang="pt-BR" dirty="0">
                <a:solidFill>
                  <a:schemeClr val="accent1"/>
                </a:solidFill>
              </a:rPr>
              <a:t> </a:t>
            </a:r>
          </a:p>
          <a:p>
            <a:r>
              <a:rPr lang="pt-BR" dirty="0" err="1">
                <a:solidFill>
                  <a:schemeClr val="accent1"/>
                </a:solidFill>
              </a:rPr>
              <a:t>Ping</a:t>
            </a:r>
            <a:r>
              <a:rPr lang="pt-BR" dirty="0">
                <a:solidFill>
                  <a:schemeClr val="accent1"/>
                </a:solidFill>
              </a:rPr>
              <a:t> entre as máquinas de redes diferentes </a:t>
            </a:r>
          </a:p>
          <a:p>
            <a:r>
              <a:rPr lang="pt-BR" dirty="0" err="1">
                <a:solidFill>
                  <a:schemeClr val="accent1"/>
                </a:solidFill>
              </a:rPr>
              <a:t>Traceroute</a:t>
            </a:r>
            <a:r>
              <a:rPr lang="pt-BR" dirty="0">
                <a:solidFill>
                  <a:schemeClr val="accent1"/>
                </a:solidFill>
              </a:rPr>
              <a:t> entre máquinas </a:t>
            </a:r>
          </a:p>
          <a:p>
            <a:r>
              <a:rPr lang="pt-BR" b="1" dirty="0">
                <a:solidFill>
                  <a:schemeClr val="accent1"/>
                </a:solidFill>
              </a:rPr>
              <a:t>Rede implementada em IPV4</a:t>
            </a:r>
          </a:p>
          <a:p>
            <a:r>
              <a:rPr lang="pt-BR" dirty="0"/>
              <a:t>Rede implementada em IPV6 </a:t>
            </a:r>
          </a:p>
          <a:p>
            <a:r>
              <a:rPr lang="pt-BR" b="1" dirty="0">
                <a:solidFill>
                  <a:schemeClr val="accent1"/>
                </a:solidFill>
              </a:rPr>
              <a:t>Criação das </a:t>
            </a:r>
            <a:r>
              <a:rPr lang="pt-BR" b="1" dirty="0" err="1">
                <a:solidFill>
                  <a:schemeClr val="accent1"/>
                </a:solidFill>
              </a:rPr>
              <a:t>Vlans</a:t>
            </a:r>
            <a:r>
              <a:rPr lang="pt-BR" b="1" dirty="0">
                <a:solidFill>
                  <a:schemeClr val="accent1"/>
                </a:solidFill>
              </a:rPr>
              <a:t>/VLSM (</a:t>
            </a:r>
            <a:r>
              <a:rPr lang="pt-BR" b="1" dirty="0" err="1">
                <a:solidFill>
                  <a:schemeClr val="accent1"/>
                </a:solidFill>
              </a:rPr>
              <a:t>HowTo</a:t>
            </a:r>
            <a:r>
              <a:rPr lang="pt-BR" b="1" dirty="0">
                <a:solidFill>
                  <a:schemeClr val="accent1"/>
                </a:solidFill>
              </a:rPr>
              <a:t>)</a:t>
            </a:r>
            <a:r>
              <a:rPr lang="pt-BR" b="1" dirty="0"/>
              <a:t> </a:t>
            </a:r>
          </a:p>
          <a:p>
            <a:r>
              <a:rPr lang="pt-BR" b="1" dirty="0">
                <a:solidFill>
                  <a:schemeClr val="accent1"/>
                </a:solidFill>
              </a:rPr>
              <a:t>Configuração do servidor DHCP</a:t>
            </a:r>
          </a:p>
          <a:p>
            <a:r>
              <a:rPr lang="pt-BR" dirty="0"/>
              <a:t>Acesso à Internet (NAT)</a:t>
            </a:r>
          </a:p>
        </p:txBody>
      </p:sp>
    </p:spTree>
    <p:extLst>
      <p:ext uri="{BB962C8B-B14F-4D97-AF65-F5344CB8AC3E}">
        <p14:creationId xmlns:p14="http://schemas.microsoft.com/office/powerpoint/2010/main" val="391545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>
                <a:solidFill>
                  <a:schemeClr val="tx1"/>
                </a:solidFill>
              </a:rPr>
              <a:t>Projeto da 1º VA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725724"/>
          </a:xfrm>
        </p:spPr>
        <p:txBody>
          <a:bodyPr rtlCol="0"/>
          <a:lstStyle/>
          <a:p>
            <a:pPr rtl="0"/>
            <a:endParaRPr lang="en-US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CCFE662-E4AD-46AF-A0EE-01B53FDE04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9" t="4416" r="1225" b="1427"/>
          <a:stretch/>
        </p:blipFill>
        <p:spPr>
          <a:xfrm>
            <a:off x="5502310" y="890476"/>
            <a:ext cx="6077074" cy="507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9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303264"/>
          </a:xfrm>
        </p:spPr>
        <p:txBody>
          <a:bodyPr rtlCol="0"/>
          <a:lstStyle/>
          <a:p>
            <a:pPr rtl="0"/>
            <a:r>
              <a:rPr lang="pt-br" dirty="0"/>
              <a:t>O que iremos estudar hoje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half" idx="2"/>
          </p:nvPr>
        </p:nvSpPr>
        <p:spPr>
          <a:xfrm>
            <a:off x="1218882" y="4005064"/>
            <a:ext cx="4062942" cy="1962460"/>
          </a:xfrm>
        </p:spPr>
        <p:txBody>
          <a:bodyPr rtlCol="0">
            <a:norm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pt-BR" dirty="0"/>
              <a:t>Endereçamento</a:t>
            </a:r>
            <a:r>
              <a:rPr lang="en-US" dirty="0"/>
              <a:t> IPv4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dirty="0"/>
              <a:t>Interfaces de </a:t>
            </a:r>
            <a:r>
              <a:rPr lang="pt-BR" dirty="0"/>
              <a:t>conexão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dirty="0"/>
              <a:t>Redes </a:t>
            </a:r>
            <a:r>
              <a:rPr lang="pt-BR" dirty="0"/>
              <a:t>locais</a:t>
            </a:r>
            <a:r>
              <a:rPr lang="en-US" dirty="0"/>
              <a:t> </a:t>
            </a:r>
            <a:r>
              <a:rPr lang="pt-BR" dirty="0"/>
              <a:t>Virtuais</a:t>
            </a:r>
            <a:r>
              <a:rPr lang="en-US" dirty="0"/>
              <a:t> (</a:t>
            </a:r>
            <a:r>
              <a:rPr lang="pt-BR" dirty="0" err="1"/>
              <a:t>VLan</a:t>
            </a:r>
            <a:r>
              <a:rPr lang="en-US" dirty="0"/>
              <a:t>)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en-US" dirty="0"/>
              <a:t>IP </a:t>
            </a:r>
            <a:r>
              <a:rPr lang="pt-BR" dirty="0"/>
              <a:t>Dinâmico</a:t>
            </a:r>
            <a:r>
              <a:rPr lang="en-US" dirty="0"/>
              <a:t> (DHCP)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CCFE662-E4AD-46AF-A0EE-01B53FDE04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0" t="3197" r="2021" b="1777"/>
          <a:stretch/>
        </p:blipFill>
        <p:spPr>
          <a:xfrm>
            <a:off x="5518348" y="869526"/>
            <a:ext cx="5904657" cy="500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6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80B1E11-4D54-4D10-A044-CB5E04C62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e sub-redes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E07B2C-5786-4C75-A39B-E981E77DD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Mano o que é o 10.1.8.0?</a:t>
            </a:r>
          </a:p>
          <a:p>
            <a:r>
              <a:rPr lang="pt-BR" dirty="0"/>
              <a:t>Que danados é 255.255.255.192?</a:t>
            </a:r>
          </a:p>
        </p:txBody>
      </p:sp>
    </p:spTree>
    <p:extLst>
      <p:ext uri="{BB962C8B-B14F-4D97-AF65-F5344CB8AC3E}">
        <p14:creationId xmlns:p14="http://schemas.microsoft.com/office/powerpoint/2010/main" val="22932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C7B05D8-541F-413C-9723-4B90C5517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8" y="3123009"/>
            <a:ext cx="10360501" cy="611981"/>
          </a:xfrm>
        </p:spPr>
        <p:txBody>
          <a:bodyPr>
            <a:noAutofit/>
          </a:bodyPr>
          <a:lstStyle/>
          <a:p>
            <a:pPr algn="ctr"/>
            <a:r>
              <a:rPr lang="pt-BR" sz="4800" dirty="0"/>
              <a:t>CALMA! UMA COISA POR VEZ</a:t>
            </a:r>
          </a:p>
        </p:txBody>
      </p:sp>
    </p:spTree>
    <p:extLst>
      <p:ext uri="{BB962C8B-B14F-4D97-AF65-F5344CB8AC3E}">
        <p14:creationId xmlns:p14="http://schemas.microsoft.com/office/powerpoint/2010/main" val="403461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CC622-A1BA-406A-B179-2466AD97D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os Requisitos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465109-DF0B-40CC-A996-107DED297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 </a:t>
            </a:r>
            <a:r>
              <a:rPr lang="pt-BR" dirty="0" err="1"/>
              <a:t>sub-rede</a:t>
            </a:r>
            <a:r>
              <a:rPr lang="pt-BR" dirty="0"/>
              <a:t> com 50 hosts para a VLAN 25</a:t>
            </a:r>
          </a:p>
          <a:p>
            <a:r>
              <a:rPr lang="pt-BR" dirty="0"/>
              <a:t>1 </a:t>
            </a:r>
            <a:r>
              <a:rPr lang="pt-BR" dirty="0" err="1"/>
              <a:t>sub-rede</a:t>
            </a:r>
            <a:r>
              <a:rPr lang="pt-BR" dirty="0"/>
              <a:t> com 100 hosts para a VLAN 35 </a:t>
            </a:r>
          </a:p>
          <a:p>
            <a:r>
              <a:rPr lang="pt-BR" dirty="0"/>
              <a:t>1 </a:t>
            </a:r>
            <a:r>
              <a:rPr lang="pt-BR" dirty="0" err="1"/>
              <a:t>sub-rede</a:t>
            </a:r>
            <a:r>
              <a:rPr lang="pt-BR" dirty="0"/>
              <a:t> com 500 hosts para a rede dos servidores</a:t>
            </a:r>
          </a:p>
        </p:txBody>
      </p:sp>
    </p:spTree>
    <p:extLst>
      <p:ext uri="{BB962C8B-B14F-4D97-AF65-F5344CB8AC3E}">
        <p14:creationId xmlns:p14="http://schemas.microsoft.com/office/powerpoint/2010/main" val="116122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ACF3F08-C5BC-406C-94EF-26FB7F73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Então vamos arrumar!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125C2C05-FC33-43BC-8D9C-C3F1FC3BD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sz="3200" dirty="0"/>
              <a:t>Quantos Hosts vamos precisar?</a:t>
            </a:r>
          </a:p>
          <a:p>
            <a:pPr marL="514350" indent="-514350">
              <a:buFont typeface="+mj-lt"/>
              <a:buAutoNum type="arabicPeriod"/>
            </a:pPr>
            <a:endParaRPr lang="pt-BR" sz="3200" dirty="0"/>
          </a:p>
          <a:p>
            <a:pPr marL="514350" indent="-514350">
              <a:buFont typeface="+mj-lt"/>
              <a:buAutoNum type="arabicPeriod"/>
            </a:pPr>
            <a:r>
              <a:rPr lang="pt-BR" sz="3200" dirty="0"/>
              <a:t>Como eles vão ser separados?</a:t>
            </a:r>
          </a:p>
          <a:p>
            <a:pPr marL="514350" indent="-514350">
              <a:buFont typeface="+mj-lt"/>
              <a:buAutoNum type="arabicPeriod"/>
            </a:pPr>
            <a:endParaRPr lang="pt-BR" sz="3200" dirty="0"/>
          </a:p>
          <a:p>
            <a:pPr marL="514350" indent="-514350">
              <a:buFont typeface="+mj-lt"/>
              <a:buAutoNum type="arabicPeriod"/>
            </a:pPr>
            <a:r>
              <a:rPr lang="pt-BR" sz="3200" dirty="0"/>
              <a:t>Como serão organizados/agrupados?</a:t>
            </a:r>
          </a:p>
          <a:p>
            <a:pPr marL="514350" indent="-514350">
              <a:buFont typeface="+mj-lt"/>
              <a:buAutoNum type="arabicPeriod"/>
            </a:pPr>
            <a:endParaRPr lang="pt-BR" sz="3200" dirty="0"/>
          </a:p>
          <a:p>
            <a:pPr marL="514350" indent="-514350">
              <a:buFont typeface="+mj-lt"/>
              <a:buAutoNum type="arabicPeriod"/>
            </a:pPr>
            <a:r>
              <a:rPr lang="pt-BR" sz="3200" dirty="0"/>
              <a:t>Como usar o Endereçamento IPv4 para sub-redes?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494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5BF02-CA83-4614-92FC-8A9845C2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Quantos Hosts vamos precisar?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36AF6F-A94A-4E07-B12C-CC25F5450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3454406"/>
          </a:xfrm>
        </p:spPr>
        <p:txBody>
          <a:bodyPr/>
          <a:lstStyle/>
          <a:p>
            <a:r>
              <a:rPr lang="pt-BR" sz="3200" dirty="0"/>
              <a:t>Requisitos do projeto: 650 Hosts:</a:t>
            </a:r>
          </a:p>
          <a:p>
            <a:pPr lvl="1"/>
            <a:r>
              <a:rPr lang="pt-BR" sz="2800" dirty="0"/>
              <a:t>500 hosts para o servidor;</a:t>
            </a:r>
          </a:p>
          <a:p>
            <a:pPr lvl="1"/>
            <a:r>
              <a:rPr lang="pt-BR" sz="2800" dirty="0"/>
              <a:t>100 hosts para uma </a:t>
            </a:r>
            <a:r>
              <a:rPr lang="pt-BR" sz="2800" dirty="0" err="1"/>
              <a:t>Vlan</a:t>
            </a:r>
            <a:r>
              <a:rPr lang="pt-BR" sz="2800" dirty="0"/>
              <a:t> 35;</a:t>
            </a:r>
          </a:p>
          <a:p>
            <a:pPr lvl="1"/>
            <a:r>
              <a:rPr lang="pt-BR" sz="2800" dirty="0"/>
              <a:t>50 hosts para uma </a:t>
            </a:r>
            <a:r>
              <a:rPr lang="pt-BR" sz="2800" dirty="0" err="1"/>
              <a:t>Vlan</a:t>
            </a:r>
            <a:r>
              <a:rPr lang="pt-BR" sz="2800" dirty="0"/>
              <a:t> 25.</a:t>
            </a:r>
          </a:p>
          <a:p>
            <a:pPr marL="377886" lvl="1" indent="0">
              <a:buNone/>
            </a:pP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CA4DC7-D705-4D80-ADDF-705B17E2EA59}"/>
              </a:ext>
            </a:extLst>
          </p:cNvPr>
          <p:cNvSpPr txBox="1"/>
          <p:nvPr/>
        </p:nvSpPr>
        <p:spPr>
          <a:xfrm>
            <a:off x="6670476" y="4632983"/>
            <a:ext cx="4193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01 + 01 + 01 = 03 sub-redes</a:t>
            </a:r>
          </a:p>
        </p:txBody>
      </p: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C43348C2-2EF1-4B80-B4F1-55FF0352A8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14392" y="3465004"/>
            <a:ext cx="1080120" cy="1008112"/>
          </a:xfrm>
          <a:prstGeom prst="bentConnector3">
            <a:avLst>
              <a:gd name="adj1" fmla="val 923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do 11">
            <a:extLst>
              <a:ext uri="{FF2B5EF4-FFF2-40B4-BE49-F238E27FC236}">
                <a16:creationId xmlns:a16="http://schemas.microsoft.com/office/drawing/2014/main" id="{8425743E-B793-409A-97D0-2CC4115F403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068485" y="3022879"/>
            <a:ext cx="1708039" cy="1512168"/>
          </a:xfrm>
          <a:prstGeom prst="bentConnector3">
            <a:avLst>
              <a:gd name="adj1" fmla="val 112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7BA3A5D0-F9AE-4A68-AEF6-7E31846D569C}"/>
              </a:ext>
            </a:extLst>
          </p:cNvPr>
          <p:cNvCxnSpPr>
            <a:cxnSpLocks/>
          </p:cNvCxnSpPr>
          <p:nvPr/>
        </p:nvCxnSpPr>
        <p:spPr>
          <a:xfrm>
            <a:off x="5806382" y="2492898"/>
            <a:ext cx="2520281" cy="2140086"/>
          </a:xfrm>
          <a:prstGeom prst="bentConnector3">
            <a:avLst>
              <a:gd name="adj1" fmla="val 99953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7BD87066-40FE-46BB-A6D9-4DC080792C75}"/>
              </a:ext>
            </a:extLst>
          </p:cNvPr>
          <p:cNvSpPr txBox="1">
            <a:spLocks/>
          </p:cNvSpPr>
          <p:nvPr/>
        </p:nvSpPr>
        <p:spPr>
          <a:xfrm>
            <a:off x="1218883" y="5156203"/>
            <a:ext cx="10360501" cy="1080936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/>
              <a:t>Como serão separados?</a:t>
            </a:r>
          </a:p>
        </p:txBody>
      </p:sp>
      <p:cxnSp>
        <p:nvCxnSpPr>
          <p:cNvPr id="31" name="Conector: Angulado 30">
            <a:extLst>
              <a:ext uri="{FF2B5EF4-FFF2-40B4-BE49-F238E27FC236}">
                <a16:creationId xmlns:a16="http://schemas.microsoft.com/office/drawing/2014/main" id="{AF10FD71-6D70-4178-9DEE-A42C3039705A}"/>
              </a:ext>
            </a:extLst>
          </p:cNvPr>
          <p:cNvCxnSpPr>
            <a:cxnSpLocks/>
          </p:cNvCxnSpPr>
          <p:nvPr/>
        </p:nvCxnSpPr>
        <p:spPr>
          <a:xfrm flipV="1">
            <a:off x="6454452" y="5270991"/>
            <a:ext cx="3492388" cy="596185"/>
          </a:xfrm>
          <a:prstGeom prst="bentConnector3">
            <a:avLst>
              <a:gd name="adj1" fmla="val 100089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606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5C8B1-CCD4-40EF-AEDE-2806DB9F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serão organizados/agrupados?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E8B8C-84C5-481E-9186-8125661A0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Temos de ter em vista que Endereços IP possuem 32 bits e são divididos em números binários:</a:t>
            </a:r>
          </a:p>
          <a:p>
            <a:endParaRPr lang="pt-BR" dirty="0"/>
          </a:p>
          <a:p>
            <a:pPr marL="0" indent="0" algn="ctr">
              <a:buNone/>
            </a:pPr>
            <a:r>
              <a:rPr lang="pt-BR" dirty="0"/>
              <a:t>192.168.0.1</a:t>
            </a:r>
          </a:p>
          <a:p>
            <a:pPr marL="0" indent="0" algn="ctr">
              <a:buNone/>
            </a:pPr>
            <a:r>
              <a:rPr lang="pt-BR" dirty="0"/>
              <a:t>11000000.10101000.00000000.00000001</a:t>
            </a:r>
          </a:p>
        </p:txBody>
      </p:sp>
    </p:spTree>
    <p:extLst>
      <p:ext uri="{BB962C8B-B14F-4D97-AF65-F5344CB8AC3E}">
        <p14:creationId xmlns:p14="http://schemas.microsoft.com/office/powerpoint/2010/main" val="95212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5C8B1-CCD4-40EF-AEDE-2806DB9F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serão organizados/agrupados?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E8B8C-84C5-481E-9186-8125661A0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 meio do tipo de separação VLSM (</a:t>
            </a:r>
            <a:r>
              <a:rPr lang="pt-BR" b="0" i="0" u="none" strike="noStrike" dirty="0" err="1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Variable</a:t>
            </a:r>
            <a:r>
              <a:rPr lang="pt-BR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b="0" i="0" u="none" strike="noStrike" dirty="0" err="1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Length</a:t>
            </a:r>
            <a:r>
              <a:rPr lang="pt-BR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b="0" i="0" u="none" strike="noStrike" dirty="0" err="1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Subnet</a:t>
            </a:r>
            <a:r>
              <a:rPr lang="pt-BR" b="0" i="0" u="none" strike="noStrike" dirty="0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pt-BR" b="0" i="0" u="none" strike="noStrike" dirty="0" err="1">
                <a:solidFill>
                  <a:srgbClr val="009999"/>
                </a:solidFill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Mask</a:t>
            </a:r>
            <a:r>
              <a:rPr lang="pt-BR" b="0" i="0" u="sng" strike="noStrike" dirty="0">
                <a:effectLst/>
                <a:latin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</a:p>
          <a:p>
            <a:r>
              <a:rPr lang="pt-BR" dirty="0">
                <a:solidFill>
                  <a:schemeClr val="accent1"/>
                </a:solidFill>
              </a:rPr>
              <a:t>Tá, mas como isso é feito?</a:t>
            </a:r>
          </a:p>
          <a:p>
            <a:endParaRPr lang="pt-BR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6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5C8B1-CCD4-40EF-AEDE-2806DB9F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serão organizados/agrupados?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E8B8C-84C5-481E-9186-8125661A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881566"/>
          </a:xfrm>
        </p:spPr>
        <p:txBody>
          <a:bodyPr>
            <a:normAutofit fontScale="92500"/>
          </a:bodyPr>
          <a:lstStyle/>
          <a:p>
            <a:r>
              <a:rPr lang="pt-BR" dirty="0"/>
              <a:t>E também de como funcionam a separação de redes com endereços IPv4!</a:t>
            </a:r>
          </a:p>
          <a:p>
            <a:r>
              <a:rPr lang="pt-BR" dirty="0"/>
              <a:t>Digamos que eu tenha uma rede 192.168.1.</a:t>
            </a:r>
            <a:r>
              <a:rPr lang="pt-BR" b="1" dirty="0">
                <a:solidFill>
                  <a:srgbClr val="FF0000"/>
                </a:solidFill>
              </a:rPr>
              <a:t>0 </a:t>
            </a:r>
            <a:r>
              <a:rPr lang="pt-BR" dirty="0"/>
              <a:t>e máscara 255.255.255.</a:t>
            </a:r>
            <a:r>
              <a:rPr lang="pt-BR" b="1" dirty="0">
                <a:solidFill>
                  <a:srgbClr val="FF0000"/>
                </a:solidFill>
              </a:rPr>
              <a:t>0</a:t>
            </a:r>
          </a:p>
          <a:p>
            <a:pPr marL="0" indent="0" algn="ctr">
              <a:buNone/>
            </a:pPr>
            <a:r>
              <a:rPr lang="pt-BR" dirty="0"/>
              <a:t>Roteador: 192.168.1.1</a:t>
            </a:r>
          </a:p>
          <a:p>
            <a:pPr marL="0" indent="0" algn="ctr">
              <a:buNone/>
            </a:pPr>
            <a:r>
              <a:rPr lang="pt-BR" dirty="0"/>
              <a:t>Cliente 01: 192.168.1.2</a:t>
            </a:r>
          </a:p>
          <a:p>
            <a:pPr marL="0" indent="0" algn="ctr">
              <a:buNone/>
            </a:pPr>
            <a:r>
              <a:rPr lang="pt-BR" dirty="0"/>
              <a:t>Cliente 02: 192.168.1.3</a:t>
            </a:r>
          </a:p>
          <a:p>
            <a:pPr marL="0" indent="0" algn="ctr">
              <a:buNone/>
            </a:pPr>
            <a:r>
              <a:rPr lang="pt-BR" dirty="0"/>
              <a:t>...</a:t>
            </a:r>
          </a:p>
          <a:p>
            <a:pPr marL="0" indent="0" algn="ctr">
              <a:buNone/>
            </a:pPr>
            <a:r>
              <a:rPr lang="pt-BR" dirty="0"/>
              <a:t>Último cliente: 192.168.1.254</a:t>
            </a:r>
          </a:p>
          <a:p>
            <a:pPr marL="0" indent="0" algn="ctr">
              <a:buNone/>
            </a:pPr>
            <a:r>
              <a:rPr lang="pt-BR" b="1" dirty="0"/>
              <a:t>Broadcast:         192.168.1.255</a:t>
            </a:r>
          </a:p>
          <a:p>
            <a:pPr marL="0" indent="0" algn="ctr">
              <a:buNone/>
            </a:pP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82F3D012-E6EF-4CE8-8F25-14CC582443F8}"/>
                  </a:ext>
                </a:extLst>
              </p14:cNvPr>
              <p14:cNvContentPartPr/>
              <p14:nvPr/>
            </p14:nvContentPartPr>
            <p14:xfrm>
              <a:off x="7959600" y="3075120"/>
              <a:ext cx="3106080" cy="34365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82F3D012-E6EF-4CE8-8F25-14CC582443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0240" y="3065760"/>
                <a:ext cx="3124800" cy="345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591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5C8B1-CCD4-40EF-AEDE-2806DB9F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serão organizados/agrupados?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E8B8C-84C5-481E-9186-8125661A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881566"/>
          </a:xfrm>
        </p:spPr>
        <p:txBody>
          <a:bodyPr>
            <a:normAutofit/>
          </a:bodyPr>
          <a:lstStyle/>
          <a:p>
            <a:r>
              <a:rPr lang="pt-BR" dirty="0"/>
              <a:t>Digamos que eu tenha </a:t>
            </a:r>
            <a:r>
              <a:rPr lang="pt-BR" b="1" dirty="0"/>
              <a:t>uma</a:t>
            </a:r>
            <a:r>
              <a:rPr lang="pt-BR" dirty="0"/>
              <a:t> rede 192.168.1.</a:t>
            </a:r>
            <a:r>
              <a:rPr lang="pt-BR" b="1" dirty="0">
                <a:solidFill>
                  <a:srgbClr val="FF0000"/>
                </a:solidFill>
              </a:rPr>
              <a:t>0 </a:t>
            </a:r>
            <a:r>
              <a:rPr lang="pt-BR" dirty="0"/>
              <a:t>e máscara 255.255.255.</a:t>
            </a:r>
            <a:r>
              <a:rPr lang="pt-BR" b="1" dirty="0">
                <a:solidFill>
                  <a:srgbClr val="FF0000"/>
                </a:solidFill>
              </a:rPr>
              <a:t>128</a:t>
            </a:r>
          </a:p>
          <a:p>
            <a:pPr marL="0" indent="0" algn="ctr">
              <a:buNone/>
            </a:pPr>
            <a:r>
              <a:rPr lang="pt-BR" dirty="0"/>
              <a:t>Roteador: 192.168.1.1</a:t>
            </a:r>
          </a:p>
          <a:p>
            <a:pPr marL="0" indent="0" algn="ctr">
              <a:buNone/>
            </a:pPr>
            <a:r>
              <a:rPr lang="pt-BR" dirty="0"/>
              <a:t>Cliente 01: 192.168.1.2</a:t>
            </a:r>
          </a:p>
          <a:p>
            <a:pPr marL="0" indent="0" algn="ctr">
              <a:buNone/>
            </a:pPr>
            <a:r>
              <a:rPr lang="pt-BR" dirty="0"/>
              <a:t>Cliente 02: 192.168.1.3</a:t>
            </a:r>
          </a:p>
          <a:p>
            <a:pPr marL="0" indent="0" algn="ctr">
              <a:buNone/>
            </a:pPr>
            <a:r>
              <a:rPr lang="pt-BR" dirty="0"/>
              <a:t>...</a:t>
            </a:r>
          </a:p>
          <a:p>
            <a:pPr marL="0" indent="0" algn="ctr">
              <a:buNone/>
            </a:pPr>
            <a:r>
              <a:rPr lang="pt-BR" dirty="0"/>
              <a:t>Último cliente: 192.168.1.126</a:t>
            </a:r>
          </a:p>
          <a:p>
            <a:pPr marL="0" indent="0" algn="ctr">
              <a:buNone/>
            </a:pPr>
            <a:r>
              <a:rPr lang="pt-BR" b="1" dirty="0"/>
              <a:t>Broadcast:         192.168.1.127</a:t>
            </a:r>
          </a:p>
          <a:p>
            <a:pPr marL="0" indent="0" algn="ctr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4893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5C8B1-CCD4-40EF-AEDE-2806DB9F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serão organizados/agrupados?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E8B8C-84C5-481E-9186-8125661A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881566"/>
          </a:xfrm>
        </p:spPr>
        <p:txBody>
          <a:bodyPr>
            <a:normAutofit/>
          </a:bodyPr>
          <a:lstStyle/>
          <a:p>
            <a:r>
              <a:rPr lang="pt-BR" dirty="0"/>
              <a:t>Digamos que eu tenha </a:t>
            </a:r>
            <a:r>
              <a:rPr lang="pt-BR" b="1" dirty="0"/>
              <a:t>uma</a:t>
            </a:r>
            <a:r>
              <a:rPr lang="pt-BR" dirty="0"/>
              <a:t> rede 192.168.1.</a:t>
            </a:r>
            <a:r>
              <a:rPr lang="pt-BR" b="1" dirty="0">
                <a:solidFill>
                  <a:srgbClr val="FF0000"/>
                </a:solidFill>
              </a:rPr>
              <a:t>0 </a:t>
            </a:r>
            <a:r>
              <a:rPr lang="pt-BR" dirty="0"/>
              <a:t>e máscara 255.255.255.</a:t>
            </a:r>
            <a:r>
              <a:rPr lang="pt-BR" b="1" dirty="0">
                <a:solidFill>
                  <a:srgbClr val="FF0000"/>
                </a:solidFill>
              </a:rPr>
              <a:t>192</a:t>
            </a:r>
          </a:p>
          <a:p>
            <a:pPr marL="0" indent="0" algn="ctr">
              <a:buNone/>
            </a:pPr>
            <a:r>
              <a:rPr lang="pt-BR" dirty="0"/>
              <a:t>Roteador: 192.168.1.1</a:t>
            </a:r>
          </a:p>
          <a:p>
            <a:pPr marL="0" indent="0" algn="ctr">
              <a:buNone/>
            </a:pPr>
            <a:r>
              <a:rPr lang="pt-BR" dirty="0"/>
              <a:t>Cliente 01: 192.168.1.2</a:t>
            </a:r>
          </a:p>
          <a:p>
            <a:pPr marL="0" indent="0" algn="ctr">
              <a:buNone/>
            </a:pPr>
            <a:r>
              <a:rPr lang="pt-BR" dirty="0"/>
              <a:t>Cliente 02: 192.168.1.3</a:t>
            </a:r>
          </a:p>
          <a:p>
            <a:pPr marL="0" indent="0" algn="ctr">
              <a:buNone/>
            </a:pPr>
            <a:r>
              <a:rPr lang="pt-BR" dirty="0"/>
              <a:t>...</a:t>
            </a:r>
          </a:p>
          <a:p>
            <a:pPr marL="0" indent="0" algn="ctr">
              <a:buNone/>
            </a:pPr>
            <a:r>
              <a:rPr lang="pt-BR" dirty="0"/>
              <a:t>Último cliente: 192.168.1.62</a:t>
            </a:r>
          </a:p>
          <a:p>
            <a:pPr marL="0" indent="0" algn="ctr">
              <a:buNone/>
            </a:pPr>
            <a:r>
              <a:rPr lang="pt-BR" b="1" dirty="0"/>
              <a:t>Broadcast:         192.168.1.63</a:t>
            </a:r>
          </a:p>
          <a:p>
            <a:pPr marL="0" indent="0" algn="ctr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199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5C8B1-CCD4-40EF-AEDE-2806DB9F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serão organizados/agrupados?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E8B8C-84C5-481E-9186-8125661A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881566"/>
          </a:xfrm>
        </p:spPr>
        <p:txBody>
          <a:bodyPr>
            <a:normAutofit/>
          </a:bodyPr>
          <a:lstStyle/>
          <a:p>
            <a:r>
              <a:rPr lang="pt-BR" dirty="0"/>
              <a:t>Digamos que eu tenha </a:t>
            </a:r>
            <a:r>
              <a:rPr lang="pt-BR" b="1" dirty="0"/>
              <a:t>uma</a:t>
            </a:r>
            <a:r>
              <a:rPr lang="pt-BR" dirty="0"/>
              <a:t> rede 192.168.1.</a:t>
            </a:r>
            <a:r>
              <a:rPr lang="pt-BR" b="1" dirty="0">
                <a:solidFill>
                  <a:srgbClr val="FF0000"/>
                </a:solidFill>
              </a:rPr>
              <a:t>0 </a:t>
            </a:r>
            <a:r>
              <a:rPr lang="pt-BR" dirty="0"/>
              <a:t>e máscara 255.255.255.</a:t>
            </a:r>
            <a:r>
              <a:rPr lang="pt-BR" b="1" dirty="0">
                <a:solidFill>
                  <a:srgbClr val="FF0000"/>
                </a:solidFill>
              </a:rPr>
              <a:t>224</a:t>
            </a:r>
          </a:p>
          <a:p>
            <a:pPr marL="0" indent="0" algn="ctr">
              <a:buNone/>
            </a:pPr>
            <a:r>
              <a:rPr lang="pt-BR" dirty="0"/>
              <a:t>Roteador: 192.168.1.1</a:t>
            </a:r>
          </a:p>
          <a:p>
            <a:pPr marL="0" indent="0" algn="ctr">
              <a:buNone/>
            </a:pPr>
            <a:r>
              <a:rPr lang="pt-BR" dirty="0"/>
              <a:t>Cliente 01: 192.168.1.2</a:t>
            </a:r>
          </a:p>
          <a:p>
            <a:pPr marL="0" indent="0" algn="ctr">
              <a:buNone/>
            </a:pPr>
            <a:r>
              <a:rPr lang="pt-BR" dirty="0"/>
              <a:t>Cliente 02: 192.168.1.3</a:t>
            </a:r>
          </a:p>
          <a:p>
            <a:pPr marL="0" indent="0" algn="ctr">
              <a:buNone/>
            </a:pPr>
            <a:r>
              <a:rPr lang="pt-BR" dirty="0"/>
              <a:t>...</a:t>
            </a:r>
          </a:p>
          <a:p>
            <a:pPr marL="0" indent="0" algn="ctr">
              <a:buNone/>
            </a:pPr>
            <a:r>
              <a:rPr lang="pt-BR" dirty="0"/>
              <a:t>Último cliente: 192.168.1.30</a:t>
            </a:r>
          </a:p>
          <a:p>
            <a:pPr marL="0" indent="0" algn="ctr">
              <a:buNone/>
            </a:pPr>
            <a:r>
              <a:rPr lang="pt-BR" b="1" dirty="0"/>
              <a:t>Broadcast:         192.168.1.31</a:t>
            </a:r>
          </a:p>
          <a:p>
            <a:pPr marL="0" indent="0" algn="ctr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843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65C8B1-CCD4-40EF-AEDE-2806DB9FD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serão organizados/agrupados?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DE8B8C-84C5-481E-9186-8125661A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360501" cy="4881566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Digamos que eu tenha </a:t>
            </a:r>
            <a:r>
              <a:rPr lang="pt-BR" b="1" dirty="0"/>
              <a:t>uma</a:t>
            </a:r>
            <a:r>
              <a:rPr lang="pt-BR" dirty="0"/>
              <a:t> rede 192.168.1.</a:t>
            </a:r>
            <a:r>
              <a:rPr lang="pt-BR" b="1" dirty="0">
                <a:solidFill>
                  <a:srgbClr val="FF0000"/>
                </a:solidFill>
              </a:rPr>
              <a:t>0 </a:t>
            </a:r>
            <a:r>
              <a:rPr lang="pt-BR" dirty="0"/>
              <a:t>e máscara 255.255.25</a:t>
            </a:r>
            <a:r>
              <a:rPr lang="pt-BR" dirty="0">
                <a:solidFill>
                  <a:srgbClr val="FF0000"/>
                </a:solidFill>
              </a:rPr>
              <a:t>4</a:t>
            </a:r>
            <a:r>
              <a:rPr lang="pt-BR" dirty="0"/>
              <a:t>.</a:t>
            </a:r>
            <a:r>
              <a:rPr lang="pt-BR" b="1" dirty="0">
                <a:solidFill>
                  <a:srgbClr val="FF0000"/>
                </a:solidFill>
              </a:rPr>
              <a:t>0</a:t>
            </a:r>
          </a:p>
          <a:p>
            <a:pPr marL="0" indent="0" algn="ctr">
              <a:buNone/>
            </a:pPr>
            <a:r>
              <a:rPr lang="pt-BR" dirty="0"/>
              <a:t>Roteador: 192.168.1.1</a:t>
            </a:r>
          </a:p>
          <a:p>
            <a:pPr marL="0" indent="0" algn="ctr">
              <a:buNone/>
            </a:pPr>
            <a:r>
              <a:rPr lang="pt-BR" dirty="0"/>
              <a:t>Cliente 01: 192.168.1.2</a:t>
            </a:r>
          </a:p>
          <a:p>
            <a:pPr marL="0" indent="0" algn="ctr">
              <a:buNone/>
            </a:pPr>
            <a:r>
              <a:rPr lang="pt-BR" dirty="0"/>
              <a:t>Cliente 02: 192.168.1.3</a:t>
            </a:r>
          </a:p>
          <a:p>
            <a:pPr marL="0" indent="0" algn="ctr">
              <a:buNone/>
            </a:pPr>
            <a:r>
              <a:rPr lang="pt-BR" dirty="0"/>
              <a:t>....</a:t>
            </a:r>
          </a:p>
          <a:p>
            <a:pPr marL="0" indent="0" algn="ctr">
              <a:buNone/>
            </a:pPr>
            <a:r>
              <a:rPr lang="pt-BR" dirty="0"/>
              <a:t>Cliente 254: 192.168.1.255</a:t>
            </a:r>
          </a:p>
          <a:p>
            <a:pPr marL="0" indent="0" algn="ctr">
              <a:buNone/>
            </a:pPr>
            <a:r>
              <a:rPr lang="pt-BR" dirty="0"/>
              <a:t>Cliente 255: 192.168.2.0</a:t>
            </a:r>
          </a:p>
          <a:p>
            <a:pPr marL="0" indent="0" algn="ctr">
              <a:buNone/>
            </a:pPr>
            <a:r>
              <a:rPr lang="pt-BR" dirty="0"/>
              <a:t>...</a:t>
            </a:r>
          </a:p>
          <a:p>
            <a:pPr marL="0" indent="0" algn="ctr">
              <a:buNone/>
            </a:pPr>
            <a:r>
              <a:rPr lang="pt-BR" dirty="0"/>
              <a:t>Último cliente: 192.168.2.254</a:t>
            </a:r>
          </a:p>
          <a:p>
            <a:pPr marL="0" indent="0" algn="ctr">
              <a:buNone/>
            </a:pPr>
            <a:r>
              <a:rPr lang="pt-BR" b="1" dirty="0"/>
              <a:t>Broadcast:         192.168.2.255</a:t>
            </a:r>
          </a:p>
          <a:p>
            <a:pPr marL="0" indent="0" algn="ctr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635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B533046-3C14-4A52-9078-CBF1FF4D8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852" y="2817018"/>
            <a:ext cx="10360501" cy="1223963"/>
          </a:xfrm>
        </p:spPr>
        <p:txBody>
          <a:bodyPr/>
          <a:lstStyle/>
          <a:p>
            <a:pPr algn="ctr"/>
            <a:r>
              <a:rPr lang="pt-BR" dirty="0"/>
              <a:t>Por quê isso acontece?</a:t>
            </a:r>
          </a:p>
        </p:txBody>
      </p:sp>
    </p:spTree>
    <p:extLst>
      <p:ext uri="{BB962C8B-B14F-4D97-AF65-F5344CB8AC3E}">
        <p14:creationId xmlns:p14="http://schemas.microsoft.com/office/powerpoint/2010/main" val="222291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8B94FE-EA2A-4E4F-9C73-BB90C4479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pPr algn="ctr"/>
            <a:r>
              <a:rPr lang="pt-BR" dirty="0"/>
              <a:t>Observando a rede e a máscara em binário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378894-DC4B-4FE0-991A-2BF640141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827" y="908720"/>
            <a:ext cx="11233249" cy="5832648"/>
          </a:xfrm>
        </p:spPr>
        <p:txBody>
          <a:bodyPr numCol="1">
            <a:normAutofit/>
          </a:bodyPr>
          <a:lstStyle/>
          <a:p>
            <a:pPr marL="0" indent="0" algn="ctr">
              <a:buNone/>
            </a:pPr>
            <a:r>
              <a:rPr lang="pt-BR" dirty="0"/>
              <a:t>192.168.0.0</a:t>
            </a:r>
          </a:p>
          <a:p>
            <a:pPr marL="0" indent="0" algn="ctr">
              <a:buNone/>
            </a:pPr>
            <a:r>
              <a:rPr lang="pt-BR" dirty="0"/>
              <a:t>11000000.10101000.00000000.00000000</a:t>
            </a:r>
          </a:p>
          <a:p>
            <a:pPr marL="0" indent="0" algn="ctr">
              <a:buNone/>
            </a:pPr>
            <a:r>
              <a:rPr lang="pt-BR" dirty="0"/>
              <a:t>192.168.0.1</a:t>
            </a:r>
          </a:p>
          <a:p>
            <a:pPr marL="0" indent="0" algn="ctr">
              <a:buNone/>
            </a:pPr>
            <a:r>
              <a:rPr lang="pt-BR" dirty="0"/>
              <a:t>11000000.10101000.00000000.00000001</a:t>
            </a:r>
          </a:p>
          <a:p>
            <a:pPr marL="0" indent="0" algn="ctr">
              <a:buNone/>
            </a:pPr>
            <a:r>
              <a:rPr lang="pt-BR" dirty="0"/>
              <a:t>11000000.10101000.00000000.00000010</a:t>
            </a:r>
          </a:p>
          <a:p>
            <a:pPr marL="0" indent="0" algn="ctr">
              <a:buNone/>
            </a:pPr>
            <a:r>
              <a:rPr lang="pt-BR" dirty="0"/>
              <a:t>...</a:t>
            </a:r>
          </a:p>
          <a:p>
            <a:pPr marL="0" indent="0" algn="ctr">
              <a:buNone/>
            </a:pPr>
            <a:r>
              <a:rPr lang="pt-BR" dirty="0"/>
              <a:t>11000000.10101000.00000000.11111101</a:t>
            </a:r>
          </a:p>
          <a:p>
            <a:pPr marL="0" indent="0" algn="ctr">
              <a:buNone/>
            </a:pPr>
            <a:r>
              <a:rPr lang="pt-BR" dirty="0"/>
              <a:t>11000000.10101000.00000000.11111111</a:t>
            </a:r>
          </a:p>
          <a:p>
            <a:pPr marL="0" indent="0" algn="ctr">
              <a:buNone/>
            </a:pPr>
            <a:r>
              <a:rPr lang="pt-BR" dirty="0"/>
              <a:t>255.255.255.0</a:t>
            </a:r>
          </a:p>
          <a:p>
            <a:pPr marL="0" indent="0" algn="ctr">
              <a:buNone/>
            </a:pPr>
            <a:r>
              <a:rPr lang="pt-BR" dirty="0"/>
              <a:t>11111111.11111111.11111111.00000000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095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636C2-1448-4D99-8AB2-BF5FBDA3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Logo...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279715-FBA3-4ADD-B3C2-5166E3953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cada </a:t>
            </a:r>
            <a:r>
              <a:rPr lang="pt-BR" dirty="0" err="1"/>
              <a:t>sub-rede</a:t>
            </a:r>
            <a:r>
              <a:rPr lang="pt-BR" dirty="0"/>
              <a:t> é necessário um número de hosts que siga a base 2</a:t>
            </a:r>
            <a:r>
              <a:rPr lang="pt-BR" baseline="30000" dirty="0"/>
              <a:t>n</a:t>
            </a:r>
            <a:endParaRPr lang="pt-BR" dirty="0"/>
          </a:p>
          <a:p>
            <a:r>
              <a:rPr lang="pt-BR" dirty="0"/>
              <a:t>2, 4, 16, 32, 64, 128, 256, 512, 1024, 2056, ...</a:t>
            </a:r>
          </a:p>
          <a:p>
            <a:r>
              <a:rPr lang="pt-BR" dirty="0"/>
              <a:t>Se é 500 hosts... Mais próximo é 512 hosts possíveis</a:t>
            </a:r>
          </a:p>
          <a:p>
            <a:r>
              <a:rPr lang="pt-BR" dirty="0"/>
              <a:t>Se é 100 hosts... Mais próximo é 128 hosts possíveis</a:t>
            </a:r>
          </a:p>
          <a:p>
            <a:r>
              <a:rPr lang="pt-BR" dirty="0"/>
              <a:t>Se é 50 hosts... Mais próximo é 64 hosts possíveis</a:t>
            </a:r>
          </a:p>
        </p:txBody>
      </p:sp>
    </p:spTree>
    <p:extLst>
      <p:ext uri="{BB962C8B-B14F-4D97-AF65-F5344CB8AC3E}">
        <p14:creationId xmlns:p14="http://schemas.microsoft.com/office/powerpoint/2010/main" val="116513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9694442-8282-45EF-8F5A-7819D900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Locais Virtuais (</a:t>
            </a:r>
            <a:r>
              <a:rPr lang="pt-BR" dirty="0" err="1"/>
              <a:t>VLan</a:t>
            </a:r>
            <a:r>
              <a:rPr lang="pt-BR" dirty="0"/>
              <a:t>)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B868C28-DCD5-459B-847E-19C2D0DB3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91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55B0230-EBCF-4402-B8DA-4C2EB5D86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são as </a:t>
            </a:r>
            <a:r>
              <a:rPr lang="pt-BR" dirty="0" err="1"/>
              <a:t>VLANs</a:t>
            </a:r>
            <a:r>
              <a:rPr lang="pt-BR" dirty="0"/>
              <a:t>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8B2CB93-402D-4D95-B4B4-79F0F91CB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Nada mais é do que uma rede local virtual, geralmente configurada por um Switch ou por um roteador</a:t>
            </a:r>
          </a:p>
          <a:p>
            <a:r>
              <a:rPr lang="pt-BR" dirty="0"/>
              <a:t>Configuração geralmente é feita pelas </a:t>
            </a:r>
            <a:r>
              <a:rPr lang="pt-BR" dirty="0">
                <a:solidFill>
                  <a:schemeClr val="accent1"/>
                </a:solidFill>
              </a:rPr>
              <a:t>interfaces</a:t>
            </a:r>
            <a:r>
              <a:rPr lang="pt-BR" dirty="0"/>
              <a:t> dos switches e roteadores</a:t>
            </a:r>
          </a:p>
        </p:txBody>
      </p:sp>
      <p:pic>
        <p:nvPicPr>
          <p:cNvPr id="1026" name="Picture 2" descr="access trunk port configuration">
            <a:extLst>
              <a:ext uri="{FF2B5EF4-FFF2-40B4-BE49-F238E27FC236}">
                <a16:creationId xmlns:a16="http://schemas.microsoft.com/office/drawing/2014/main" id="{D7840C40-BB10-4FE6-AE14-9D414EC06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749" y="3608648"/>
            <a:ext cx="6697326" cy="309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571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9A9A2-38A6-468F-AA0E-77B462D0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8"/>
            <a:ext cx="10360501" cy="718168"/>
          </a:xfrm>
        </p:spPr>
        <p:txBody>
          <a:bodyPr/>
          <a:lstStyle/>
          <a:p>
            <a:r>
              <a:rPr lang="pt-BR" dirty="0"/>
              <a:t>Mas pera lá... O que são essas interfaces?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1A5FDC-4E5E-4809-A370-3A34E09D4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6"/>
            <a:ext cx="10360501" cy="5111333"/>
          </a:xfrm>
        </p:spPr>
        <p:txBody>
          <a:bodyPr/>
          <a:lstStyle/>
          <a:p>
            <a:r>
              <a:rPr lang="pt-BR" dirty="0"/>
              <a:t>A interface é o ponto de acesso a rede que estabelece a conexão</a:t>
            </a:r>
          </a:p>
        </p:txBody>
      </p:sp>
      <p:pic>
        <p:nvPicPr>
          <p:cNvPr id="2050" name="Picture 2" descr="Configurar a porta aos ajustes da interface de VLAN em um interruptor com o  CLI - Cisco">
            <a:extLst>
              <a:ext uri="{FF2B5EF4-FFF2-40B4-BE49-F238E27FC236}">
                <a16:creationId xmlns:a16="http://schemas.microsoft.com/office/drawing/2014/main" id="{164AFDE2-03B8-468E-9DBB-D9CCB729D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060" y="1691544"/>
            <a:ext cx="6938602" cy="488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49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9A9A2-38A6-468F-AA0E-77B462D0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8"/>
            <a:ext cx="10360501" cy="718168"/>
          </a:xfrm>
        </p:spPr>
        <p:txBody>
          <a:bodyPr/>
          <a:lstStyle/>
          <a:p>
            <a:r>
              <a:rPr lang="pt-BR" dirty="0"/>
              <a:t>Mas pera lá... O que são essas interfaces?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1A5FDC-4E5E-4809-A370-3A34E09D4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6"/>
            <a:ext cx="10360501" cy="5111333"/>
          </a:xfrm>
        </p:spPr>
        <p:txBody>
          <a:bodyPr/>
          <a:lstStyle/>
          <a:p>
            <a:r>
              <a:rPr lang="pt-BR" dirty="0"/>
              <a:t>A interface é o ponto de acesso a rede que estabelece a conexão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4AFDE2-03B8-468E-9DBB-D9CCB729D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78603" y="2060848"/>
            <a:ext cx="10041059" cy="4103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89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9A9A2-38A6-468F-AA0E-77B462D0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8"/>
            <a:ext cx="10360501" cy="994122"/>
          </a:xfrm>
        </p:spPr>
        <p:txBody>
          <a:bodyPr/>
          <a:lstStyle/>
          <a:p>
            <a:r>
              <a:rPr lang="pt-BR" dirty="0"/>
              <a:t>Mas pera lá... O que são essas interfaces?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1A5FDC-4E5E-4809-A370-3A34E09D4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556792"/>
            <a:ext cx="10360501" cy="4607277"/>
          </a:xfrm>
        </p:spPr>
        <p:txBody>
          <a:bodyPr>
            <a:normAutofit/>
          </a:bodyPr>
          <a:lstStyle/>
          <a:p>
            <a:r>
              <a:rPr lang="pt-BR" sz="3200" dirty="0"/>
              <a:t>A interface é o ponto de acesso a rede que estabelece a conexão</a:t>
            </a:r>
          </a:p>
          <a:p>
            <a:endParaRPr lang="pt-BR" sz="3200" dirty="0"/>
          </a:p>
          <a:p>
            <a:r>
              <a:rPr lang="pt-BR" sz="3200" dirty="0"/>
              <a:t>Logo, pode-se entender que cada porta de conexão de um Switch possui uma interface, pois a ideia da interface é ler a informação recebida</a:t>
            </a:r>
          </a:p>
        </p:txBody>
      </p:sp>
    </p:spTree>
    <p:extLst>
      <p:ext uri="{BB962C8B-B14F-4D97-AF65-F5344CB8AC3E}">
        <p14:creationId xmlns:p14="http://schemas.microsoft.com/office/powerpoint/2010/main" val="3389386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00B07-4DB6-41AD-8583-69B7778B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4400" dirty="0"/>
              <a:t>As interfaces em si podem ser de vários tipos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8CC92B-C9B9-4959-9067-FA8DD9C83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Ethernet</a:t>
            </a:r>
          </a:p>
          <a:p>
            <a:r>
              <a:rPr lang="pt-BR" sz="3600" dirty="0"/>
              <a:t>Fast Ethernet</a:t>
            </a:r>
          </a:p>
          <a:p>
            <a:r>
              <a:rPr lang="pt-BR" sz="3600" dirty="0"/>
              <a:t>Giga Ethernet</a:t>
            </a:r>
          </a:p>
          <a:p>
            <a:r>
              <a:rPr lang="pt-BR" sz="3600" dirty="0"/>
              <a:t>Wi-Fi</a:t>
            </a:r>
          </a:p>
          <a:p>
            <a:r>
              <a:rPr lang="pt-BR" sz="3600" dirty="0"/>
              <a:t>...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95412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F7355-A2D7-4080-A6D4-A11841C2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Então...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73AF23-5CA8-43D9-BEBF-508511BE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 err="1"/>
              <a:t>Vlans</a:t>
            </a:r>
            <a:r>
              <a:rPr lang="pt-BR" dirty="0"/>
              <a:t> se tratam de uma </a:t>
            </a:r>
            <a:r>
              <a:rPr lang="pt-BR" dirty="0">
                <a:solidFill>
                  <a:schemeClr val="accent1"/>
                </a:solidFill>
              </a:rPr>
              <a:t>interface </a:t>
            </a:r>
            <a:r>
              <a:rPr lang="pt-BR" dirty="0"/>
              <a:t>ou um conjunto de </a:t>
            </a:r>
            <a:r>
              <a:rPr lang="pt-BR" dirty="0">
                <a:solidFill>
                  <a:schemeClr val="accent1"/>
                </a:solidFill>
              </a:rPr>
              <a:t>interfaces </a:t>
            </a:r>
            <a:r>
              <a:rPr lang="pt-BR" dirty="0"/>
              <a:t>que fazem parte de uma mesma </a:t>
            </a:r>
            <a:r>
              <a:rPr lang="pt-BR" b="1" dirty="0"/>
              <a:t>rede local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Podem ser um conjunto de hosts/nós que queiram se comunicar entre si.</a:t>
            </a:r>
          </a:p>
          <a:p>
            <a:endParaRPr lang="pt-BR" dirty="0"/>
          </a:p>
          <a:p>
            <a:r>
              <a:rPr lang="pt-BR" dirty="0"/>
              <a:t>Exemplos: Quando há a necessidade em um edifício de se separar a rede por andares, pode-se utilizar </a:t>
            </a:r>
            <a:r>
              <a:rPr lang="pt-BR" b="1" dirty="0" err="1"/>
              <a:t>Vlans</a:t>
            </a:r>
            <a:r>
              <a:rPr lang="pt-BR" dirty="0"/>
              <a:t> para separar as </a:t>
            </a:r>
            <a:r>
              <a:rPr lang="pt-BR" dirty="0">
                <a:solidFill>
                  <a:schemeClr val="accent1"/>
                </a:solidFill>
              </a:rPr>
              <a:t>interfaces </a:t>
            </a:r>
            <a:r>
              <a:rPr lang="pt-BR" dirty="0"/>
              <a:t>de rede.</a:t>
            </a:r>
          </a:p>
        </p:txBody>
      </p:sp>
    </p:spTree>
    <p:extLst>
      <p:ext uri="{BB962C8B-B14F-4D97-AF65-F5344CB8AC3E}">
        <p14:creationId xmlns:p14="http://schemas.microsoft.com/office/powerpoint/2010/main" val="107330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B0503-5E79-4CF7-A47C-638C6159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Adendo...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4F976F-3242-4700-BBFB-DB7776623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VLANS podem funcionar em dois modos de acesso:</a:t>
            </a:r>
          </a:p>
          <a:p>
            <a:endParaRPr lang="pt-BR" dirty="0"/>
          </a:p>
          <a:p>
            <a:r>
              <a:rPr lang="pt-BR" dirty="0" err="1"/>
              <a:t>Vlans</a:t>
            </a:r>
            <a:r>
              <a:rPr lang="pt-BR" dirty="0"/>
              <a:t> de Acesso</a:t>
            </a:r>
          </a:p>
          <a:p>
            <a:endParaRPr lang="pt-BR" dirty="0"/>
          </a:p>
          <a:p>
            <a:r>
              <a:rPr lang="pt-BR" dirty="0" err="1"/>
              <a:t>Vlans</a:t>
            </a:r>
            <a:r>
              <a:rPr lang="pt-BR" dirty="0"/>
              <a:t> de </a:t>
            </a:r>
            <a:r>
              <a:rPr lang="pt-BR" dirty="0" err="1"/>
              <a:t>Trunk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5563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070D7-9D0F-485D-95CC-40247FBC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Observemos:</a:t>
            </a:r>
          </a:p>
        </p:txBody>
      </p:sp>
      <p:pic>
        <p:nvPicPr>
          <p:cNvPr id="3074" name="Picture 2" descr="Access and trunk ports">
            <a:extLst>
              <a:ext uri="{FF2B5EF4-FFF2-40B4-BE49-F238E27FC236}">
                <a16:creationId xmlns:a16="http://schemas.microsoft.com/office/drawing/2014/main" id="{AB389E96-FBD5-465D-83F0-6FF687DCAD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12" y="2137569"/>
            <a:ext cx="9753600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26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4070D7-9D0F-485D-95CC-40247FBC8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Observemos: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B389E96-FBD5-465D-83F0-6FF687DCAD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917948" y="1844825"/>
            <a:ext cx="8461909" cy="443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041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4C8019-1891-4046-AF92-68AF1B72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Nosso caso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71F15DD-62AF-41D9-829D-48CE667D8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VLAN 25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VLAN 35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7D43D7-D94B-4C7C-9EB3-67EF19FECD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9" t="4416" r="1225" b="1427"/>
          <a:stretch/>
        </p:blipFill>
        <p:spPr>
          <a:xfrm>
            <a:off x="5493640" y="839676"/>
            <a:ext cx="6077074" cy="507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90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700CF8-4C55-4B85-8595-A7C1C532F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Exemplificação aplicada no projeto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FD6E0677-E593-441C-B3CB-14A0CC8671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789" y="2420888"/>
            <a:ext cx="11441246" cy="3254622"/>
          </a:xfrm>
        </p:spPr>
      </p:pic>
    </p:spTree>
    <p:extLst>
      <p:ext uri="{BB962C8B-B14F-4D97-AF65-F5344CB8AC3E}">
        <p14:creationId xmlns:p14="http://schemas.microsoft.com/office/powerpoint/2010/main" val="39141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3608BEE-98EF-4E44-9F8A-008D0A25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VLAN 25</a:t>
            </a:r>
          </a:p>
        </p:txBody>
      </p:sp>
      <p:pic>
        <p:nvPicPr>
          <p:cNvPr id="8" name="Espaço Reservado para Imagem 7">
            <a:extLst>
              <a:ext uri="{FF2B5EF4-FFF2-40B4-BE49-F238E27FC236}">
                <a16:creationId xmlns:a16="http://schemas.microsoft.com/office/drawing/2014/main" id="{1D6DE02E-DFA6-45FB-8555-E0272FD5E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4654252" y="1904638"/>
            <a:ext cx="6925132" cy="3533854"/>
          </a:xfrm>
        </p:spPr>
      </p:pic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0CCA878F-114F-4A9D-ABDC-822E9F049148}"/>
              </a:ext>
            </a:extLst>
          </p:cNvPr>
          <p:cNvSpPr txBox="1">
            <a:spLocks/>
          </p:cNvSpPr>
          <p:nvPr/>
        </p:nvSpPr>
        <p:spPr>
          <a:xfrm>
            <a:off x="909836" y="2132856"/>
            <a:ext cx="4062942" cy="3314440"/>
          </a:xfrm>
          <a:prstGeom prst="rect">
            <a:avLst/>
          </a:prstGeom>
        </p:spPr>
        <p:txBody>
          <a:bodyPr/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pt-BR" dirty="0"/>
              <a:t>Interfaces:</a:t>
            </a:r>
          </a:p>
          <a:p>
            <a:pPr marL="342900" indent="-342900"/>
            <a:r>
              <a:rPr lang="pt-BR" dirty="0"/>
              <a:t>F1/1</a:t>
            </a:r>
          </a:p>
          <a:p>
            <a:pPr marL="342900" indent="-342900"/>
            <a:r>
              <a:rPr lang="pt-BR" dirty="0"/>
              <a:t>F1/2</a:t>
            </a:r>
          </a:p>
          <a:p>
            <a:pPr marL="342900" indent="-342900"/>
            <a:r>
              <a:rPr lang="pt-BR" dirty="0"/>
              <a:t>...</a:t>
            </a:r>
          </a:p>
          <a:p>
            <a:pPr marL="342900" indent="-342900"/>
            <a:r>
              <a:rPr lang="pt-BR" dirty="0"/>
              <a:t>F1/7</a:t>
            </a:r>
          </a:p>
          <a:p>
            <a:pPr marL="342900" indent="-34290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639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63608BEE-98EF-4E44-9F8A-008D0A25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VLAN 35</a:t>
            </a:r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0CCA878F-114F-4A9D-ABDC-822E9F049148}"/>
              </a:ext>
            </a:extLst>
          </p:cNvPr>
          <p:cNvSpPr txBox="1">
            <a:spLocks/>
          </p:cNvSpPr>
          <p:nvPr/>
        </p:nvSpPr>
        <p:spPr>
          <a:xfrm>
            <a:off x="909836" y="2132856"/>
            <a:ext cx="4062942" cy="3314440"/>
          </a:xfrm>
          <a:prstGeom prst="rect">
            <a:avLst/>
          </a:prstGeom>
        </p:spPr>
        <p:txBody>
          <a:bodyPr/>
          <a:lstStyle>
            <a:lvl1pPr marL="304747" indent="-304747" algn="l" defTabSz="1218987" rtl="0" eaLnBrk="1" latinLnBrk="0" hangingPunct="1">
              <a:lnSpc>
                <a:spcPct val="90000"/>
              </a:lnSpc>
              <a:spcBef>
                <a:spcPts val="16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3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7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pt-BR" dirty="0"/>
              <a:t>Interfaces:</a:t>
            </a:r>
          </a:p>
          <a:p>
            <a:pPr marL="342900" indent="-342900"/>
            <a:r>
              <a:rPr lang="pt-BR" dirty="0"/>
              <a:t>F1/8</a:t>
            </a:r>
          </a:p>
          <a:p>
            <a:pPr marL="342900" indent="-342900"/>
            <a:r>
              <a:rPr lang="pt-BR" dirty="0"/>
              <a:t>F1/9</a:t>
            </a:r>
          </a:p>
          <a:p>
            <a:pPr marL="342900" indent="-342900"/>
            <a:r>
              <a:rPr lang="pt-BR" dirty="0"/>
              <a:t>...</a:t>
            </a:r>
          </a:p>
          <a:p>
            <a:pPr marL="342900" indent="-342900"/>
            <a:r>
              <a:rPr lang="pt-BR" dirty="0"/>
              <a:t>F1/15</a:t>
            </a:r>
          </a:p>
          <a:p>
            <a:pPr marL="342900" indent="-342900"/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9B582BA-48BE-433D-AE8E-13E5F198D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111" y="1970186"/>
            <a:ext cx="6973273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9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E2790B1-F48D-4865-8F11-56EE83FF3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Endereço IP Dinâmico (DHCP)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691577-E75B-49D9-8D2A-8A3EBB424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5176" y="4974136"/>
            <a:ext cx="7218275" cy="1220933"/>
          </a:xfrm>
        </p:spPr>
        <p:txBody>
          <a:bodyPr/>
          <a:lstStyle/>
          <a:p>
            <a:r>
              <a:rPr lang="pt-BR" dirty="0"/>
              <a:t>Dê </a:t>
            </a:r>
            <a:r>
              <a:rPr lang="pt-BR" dirty="0" err="1"/>
              <a:t>agar</a:t>
            </a:r>
            <a:r>
              <a:rPr lang="pt-BR" dirty="0"/>
              <a:t> </a:t>
            </a:r>
            <a:r>
              <a:rPr lang="pt-BR" dirty="0" err="1"/>
              <a:t>cê</a:t>
            </a:r>
            <a:r>
              <a:rPr lang="pt-BR" dirty="0"/>
              <a:t> </a:t>
            </a:r>
            <a:r>
              <a:rPr lang="pt-BR" dirty="0" err="1"/>
              <a:t>pÊ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927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9838E2AC-C2ED-4BA9-BA51-D243A5C35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Nada mais Nada Menos do que apenas um IP variável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2B27A63-6AAF-4900-9BBB-1FD4F9616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ideia de DHCP é poder configurar os Endereços de IP de forma dinâmica. Ao qual os hosts irão configurar de acordo com o seu ranges</a:t>
            </a:r>
          </a:p>
          <a:p>
            <a:endParaRPr lang="pt-BR" dirty="0"/>
          </a:p>
          <a:p>
            <a:r>
              <a:rPr lang="pt-BR" dirty="0"/>
              <a:t>O Conceito de DHCP pode ser estudado nos livros de Redes. </a:t>
            </a:r>
          </a:p>
          <a:p>
            <a:endParaRPr lang="pt-BR" dirty="0"/>
          </a:p>
          <a:p>
            <a:r>
              <a:rPr lang="pt-BR" dirty="0"/>
              <a:t>Aqui só iremos tratar das configurações necessárias para o DHCP</a:t>
            </a:r>
          </a:p>
        </p:txBody>
      </p:sp>
    </p:spTree>
    <p:extLst>
      <p:ext uri="{BB962C8B-B14F-4D97-AF65-F5344CB8AC3E}">
        <p14:creationId xmlns:p14="http://schemas.microsoft.com/office/powerpoint/2010/main" val="92178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30B18-9E80-4F7A-B885-61DD3DDA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Roteadores estabelecem os Hosts Dinâmicos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4F0D6E-FF43-434E-B295-EA41C076D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si, nosso roteador irá distribuir os endereços de forma dinâmica e inteligente.</a:t>
            </a:r>
          </a:p>
          <a:p>
            <a:endParaRPr lang="pt-BR" dirty="0"/>
          </a:p>
          <a:p>
            <a:r>
              <a:rPr lang="pt-BR" dirty="0"/>
              <a:t>Para isso seria necessário configurar o nosso roteador para distribuir os endereços de acordo com nossa </a:t>
            </a:r>
            <a:r>
              <a:rPr lang="pt-BR" b="1" dirty="0"/>
              <a:t>tabela de sub-redes</a:t>
            </a:r>
          </a:p>
        </p:txBody>
      </p:sp>
    </p:spTree>
    <p:extLst>
      <p:ext uri="{BB962C8B-B14F-4D97-AF65-F5344CB8AC3E}">
        <p14:creationId xmlns:p14="http://schemas.microsoft.com/office/powerpoint/2010/main" val="1981671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30B18-9E80-4F7A-B885-61DD3DDA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Os Roteadores estabelecem os Hosts Dinâmicos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7ADE1A03-8569-4BBE-9763-0ADD85EDBE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0824838"/>
              </p:ext>
            </p:extLst>
          </p:nvPr>
        </p:nvGraphicFramePr>
        <p:xfrm>
          <a:off x="909836" y="2060848"/>
          <a:ext cx="10364826" cy="3528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837999329"/>
                    </a:ext>
                  </a:extLst>
                </a:gridCol>
                <a:gridCol w="3252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2098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Hosts -&gt; Pools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Endereço de rede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Máscara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Range de IP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Servidor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10.1.6.0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255.255.254.0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10.1.6.1 - 10.1.7.254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VLAN 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255.255.255.128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/>
                        <a:t>10.1.8.1 - 10.1.8.126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098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VLAN 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255.255.255.192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10.1.8.129 - 10.1.8.190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3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3E110C3-3908-4DC0-A9B3-2F5BA3FAD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 ao Projeto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D6289CE-488F-4BDC-A265-28A6AD81B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Já acabou </a:t>
            </a:r>
            <a:r>
              <a:rPr lang="pt-BR" dirty="0" err="1"/>
              <a:t>jéssica</a:t>
            </a:r>
            <a:r>
              <a:rPr lang="pt-B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4524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C9D9391-718B-481D-A9DA-4636893A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Aplicação ao Projeto - Sumário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Zoom de Slide 4">
                <a:extLst>
                  <a:ext uri="{FF2B5EF4-FFF2-40B4-BE49-F238E27FC236}">
                    <a16:creationId xmlns:a16="http://schemas.microsoft.com/office/drawing/2014/main" id="{EB1F0CF5-E860-4084-960A-1134C4979D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65806243"/>
                  </p:ext>
                </p:extLst>
              </p:nvPr>
            </p:nvGraphicFramePr>
            <p:xfrm>
              <a:off x="1545628" y="2132856"/>
              <a:ext cx="3047206" cy="1714500"/>
            </p:xfrm>
            <a:graphic>
              <a:graphicData uri="http://schemas.microsoft.com/office/powerpoint/2016/slidezoom">
                <pslz:sldZm>
                  <pslz:sldZmObj sldId="315" cId="877165513">
                    <pslz:zmPr id="{FEAAB824-F9FD-4548-A4AC-A334F7635ECA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7206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Zoom de Slide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EB1F0CF5-E860-4084-960A-1134C4979D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45628" y="2132856"/>
                <a:ext cx="3047206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Zoom de Slide 6">
                <a:extLst>
                  <a:ext uri="{FF2B5EF4-FFF2-40B4-BE49-F238E27FC236}">
                    <a16:creationId xmlns:a16="http://schemas.microsoft.com/office/drawing/2014/main" id="{A71DB6A2-AFC6-432F-83A7-1C2E522583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19107335"/>
                  </p:ext>
                </p:extLst>
              </p:nvPr>
            </p:nvGraphicFramePr>
            <p:xfrm>
              <a:off x="4875530" y="2132856"/>
              <a:ext cx="3047206" cy="1714500"/>
            </p:xfrm>
            <a:graphic>
              <a:graphicData uri="http://schemas.microsoft.com/office/powerpoint/2016/slidezoom">
                <pslz:sldZm>
                  <pslz:sldZmObj sldId="319" cId="1714975620">
                    <pslz:zmPr id="{7AFA7929-6FDA-4C1F-AE2F-6BA57DF0AE67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7206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Zoom de Slide 6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71DB6A2-AFC6-432F-83A7-1C2E522583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75530" y="2132856"/>
                <a:ext cx="3047206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Zoom de Slide 8">
                <a:extLst>
                  <a:ext uri="{FF2B5EF4-FFF2-40B4-BE49-F238E27FC236}">
                    <a16:creationId xmlns:a16="http://schemas.microsoft.com/office/drawing/2014/main" id="{800A769D-E7A3-4079-9BD8-B4E20727C1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8918742"/>
                  </p:ext>
                </p:extLst>
              </p:nvPr>
            </p:nvGraphicFramePr>
            <p:xfrm>
              <a:off x="8185313" y="2132856"/>
              <a:ext cx="3047206" cy="1714500"/>
            </p:xfrm>
            <a:graphic>
              <a:graphicData uri="http://schemas.microsoft.com/office/powerpoint/2016/slidezoom">
                <pslz:sldZm>
                  <pslz:sldZmObj sldId="330" cId="3256549784">
                    <pslz:zmPr id="{838B89A6-44CC-4BA6-891E-10F3BF0171E7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7206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Zoom de Slide 8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800A769D-E7A3-4079-9BD8-B4E20727C1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85313" y="2132856"/>
                <a:ext cx="3047206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719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0698915-298A-4117-8D73-70F79871E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pPr algn="ctr"/>
            <a:r>
              <a:rPr lang="pt-BR" b="1" dirty="0"/>
              <a:t>O PROJETO!!!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6372BB1-51AA-4365-AEDB-304E350CC4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512" y="1196975"/>
            <a:ext cx="10273400" cy="4967288"/>
          </a:xfrm>
        </p:spPr>
      </p:pic>
    </p:spTree>
    <p:extLst>
      <p:ext uri="{BB962C8B-B14F-4D97-AF65-F5344CB8AC3E}">
        <p14:creationId xmlns:p14="http://schemas.microsoft.com/office/powerpoint/2010/main" val="87716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1BCEF-3320-4FD5-837D-D04762CDC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pPr algn="ctr"/>
            <a:r>
              <a:rPr lang="pt-BR" dirty="0"/>
              <a:t>Observando a Camada Física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89BE63-B276-48A3-9FAF-44551CFE6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412776"/>
            <a:ext cx="10360501" cy="4751293"/>
          </a:xfrm>
        </p:spPr>
        <p:txBody>
          <a:bodyPr/>
          <a:lstStyle/>
          <a:p>
            <a:r>
              <a:rPr lang="pt-BR" dirty="0"/>
              <a:t>R1 – Corresponde ao Roteador (Camada 3)</a:t>
            </a:r>
          </a:p>
          <a:p>
            <a:r>
              <a:rPr lang="pt-BR" dirty="0"/>
              <a:t>ESW1 – Corresponde ao Switch Ethernet Gerenciável</a:t>
            </a:r>
          </a:p>
          <a:p>
            <a:r>
              <a:rPr lang="pt-BR" dirty="0"/>
              <a:t>Hub1 – Correspondente a um Hub </a:t>
            </a:r>
            <a:r>
              <a:rPr lang="pt-BR" strike="sngStrike" dirty="0">
                <a:solidFill>
                  <a:schemeClr val="bg2">
                    <a:lumMod val="50000"/>
                  </a:schemeClr>
                </a:solidFill>
              </a:rPr>
              <a:t>(é né, um hub mesmo)</a:t>
            </a:r>
          </a:p>
          <a:p>
            <a:r>
              <a:rPr lang="pt-BR" dirty="0"/>
              <a:t>Switch1 – Corresponde a um Switch</a:t>
            </a:r>
          </a:p>
          <a:p>
            <a:pPr lvl="1"/>
            <a:r>
              <a:rPr lang="pt-BR" dirty="0"/>
              <a:t>Operando apenas na camada 2</a:t>
            </a:r>
          </a:p>
        </p:txBody>
      </p:sp>
      <p:pic>
        <p:nvPicPr>
          <p:cNvPr id="4" name="Espaço Reservado para Conteúdo 6">
            <a:extLst>
              <a:ext uri="{FF2B5EF4-FFF2-40B4-BE49-F238E27FC236}">
                <a16:creationId xmlns:a16="http://schemas.microsoft.com/office/drawing/2014/main" id="{EE3E1FDF-7758-4C6F-8355-539C61807DF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40"/>
          <a:stretch/>
        </p:blipFill>
        <p:spPr>
          <a:xfrm>
            <a:off x="3045944" y="4251439"/>
            <a:ext cx="6096936" cy="230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6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AC2E8-D408-4019-97D9-B7E7DE12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pt-BR" dirty="0"/>
              <a:t>Conexões </a:t>
            </a:r>
            <a:r>
              <a:rPr lang="pt-BR" strike="sngStrike" dirty="0"/>
              <a:t>Locais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AAC78C-A1CA-4EE0-9858-2DEA98ADE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4895309"/>
          </a:xfrm>
        </p:spPr>
        <p:txBody>
          <a:bodyPr/>
          <a:lstStyle/>
          <a:p>
            <a:r>
              <a:rPr lang="pt-BR" b="1" dirty="0"/>
              <a:t>Separadas por </a:t>
            </a:r>
            <a:r>
              <a:rPr lang="pt-BR" b="1" dirty="0" err="1"/>
              <a:t>Vlans</a:t>
            </a:r>
            <a:r>
              <a:rPr lang="pt-BR" b="1" dirty="0"/>
              <a:t>:</a:t>
            </a:r>
          </a:p>
          <a:p>
            <a:r>
              <a:rPr lang="pt-BR" dirty="0"/>
              <a:t>VLAN 25</a:t>
            </a:r>
          </a:p>
          <a:p>
            <a:pPr lvl="1"/>
            <a:r>
              <a:rPr lang="pt-BR" dirty="0"/>
              <a:t>Interfaces f1/1 – 7</a:t>
            </a:r>
          </a:p>
          <a:p>
            <a:pPr lvl="1"/>
            <a:r>
              <a:rPr lang="pt-BR" dirty="0"/>
              <a:t>Pode ser Ligada com Hubs e Switch (Podem operar com IEEE 802.1Q)</a:t>
            </a:r>
          </a:p>
          <a:p>
            <a:pPr lvl="1"/>
            <a:r>
              <a:rPr lang="pt-BR" dirty="0"/>
              <a:t>Preparada para ter 62 hosts</a:t>
            </a:r>
          </a:p>
          <a:p>
            <a:endParaRPr lang="pt-BR" dirty="0"/>
          </a:p>
          <a:p>
            <a:r>
              <a:rPr lang="pt-BR" dirty="0"/>
              <a:t>VLAN 35</a:t>
            </a:r>
          </a:p>
          <a:p>
            <a:pPr lvl="1"/>
            <a:r>
              <a:rPr lang="pt-BR" dirty="0"/>
              <a:t>Interfaces f1/8 – 15</a:t>
            </a:r>
          </a:p>
          <a:p>
            <a:pPr lvl="1"/>
            <a:r>
              <a:rPr lang="pt-BR" dirty="0"/>
              <a:t>Pode ser Ligada com Hubs e Switch (Podem operar com IEEE 802.1Q)</a:t>
            </a:r>
          </a:p>
          <a:p>
            <a:pPr lvl="1"/>
            <a:r>
              <a:rPr lang="pt-BR" dirty="0"/>
              <a:t>Preparada para ter até 126 hosts</a:t>
            </a:r>
          </a:p>
        </p:txBody>
      </p:sp>
    </p:spTree>
    <p:extLst>
      <p:ext uri="{BB962C8B-B14F-4D97-AF65-F5344CB8AC3E}">
        <p14:creationId xmlns:p14="http://schemas.microsoft.com/office/powerpoint/2010/main" val="4048927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AC2E8-D408-4019-97D9-B7E7DE122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>
            <a:normAutofit/>
          </a:bodyPr>
          <a:lstStyle/>
          <a:p>
            <a:r>
              <a:rPr lang="pt-BR" sz="4000" dirty="0"/>
              <a:t>Conexões Locais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AAC78C-A1CA-4EE0-9858-2DEA98ADE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7755849" cy="4895309"/>
          </a:xfrm>
        </p:spPr>
        <p:txBody>
          <a:bodyPr>
            <a:normAutofit/>
          </a:bodyPr>
          <a:lstStyle/>
          <a:p>
            <a:r>
              <a:rPr lang="pt-BR" sz="3200" dirty="0"/>
              <a:t>Conexão Switch – Roteador</a:t>
            </a:r>
          </a:p>
          <a:p>
            <a:endParaRPr lang="pt-BR" sz="3200" dirty="0"/>
          </a:p>
          <a:p>
            <a:r>
              <a:rPr lang="pt-BR" sz="3200" dirty="0"/>
              <a:t>Conexão entre Camada de Enlace e Camada de Rede</a:t>
            </a:r>
          </a:p>
          <a:p>
            <a:endParaRPr lang="pt-BR" sz="3200" dirty="0"/>
          </a:p>
          <a:p>
            <a:r>
              <a:rPr lang="pt-BR" sz="3200" dirty="0"/>
              <a:t>Caracterizada por um </a:t>
            </a:r>
            <a:r>
              <a:rPr lang="pt-BR" sz="3200" dirty="0" err="1"/>
              <a:t>Trunk</a:t>
            </a:r>
            <a:r>
              <a:rPr lang="pt-BR" sz="3200" dirty="0"/>
              <a:t> de VLANS</a:t>
            </a:r>
          </a:p>
          <a:p>
            <a:pPr lvl="1"/>
            <a:r>
              <a:rPr lang="pt-BR" sz="2800" dirty="0" err="1"/>
              <a:t>Trunk</a:t>
            </a:r>
            <a:r>
              <a:rPr lang="pt-BR" sz="2800" dirty="0"/>
              <a:t> sob protocolo 802.1Q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B57050C-CC93-4289-899C-3A44B9ADD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939" y="1447523"/>
            <a:ext cx="1810003" cy="396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65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A8EDC-8A34-449D-8AD6-5B17541B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VLANS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0C1870-3167-4E79-9EA8-FECF9D9A1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 err="1"/>
              <a:t>VLANs</a:t>
            </a:r>
            <a:r>
              <a:rPr lang="pt-BR" dirty="0"/>
              <a:t> nesta arquitetura são criadas pelo Switch Gerenciável</a:t>
            </a:r>
          </a:p>
          <a:p>
            <a:endParaRPr lang="pt-BR" dirty="0"/>
          </a:p>
          <a:p>
            <a:r>
              <a:rPr lang="pt-BR" dirty="0"/>
              <a:t>Comandos Necessários para o Switch c3745:</a:t>
            </a:r>
          </a:p>
          <a:p>
            <a:pPr marL="0" indent="0">
              <a:buNone/>
            </a:pPr>
            <a:r>
              <a:rPr lang="pt-BR" sz="2400" dirty="0"/>
              <a:t>ESW1#vlan </a:t>
            </a:r>
            <a:r>
              <a:rPr lang="pt-BR" sz="2400" dirty="0" err="1"/>
              <a:t>database</a:t>
            </a:r>
            <a:r>
              <a:rPr lang="pt-BR" sz="2400" dirty="0"/>
              <a:t> – Acesso ao banco de dados deste Switch</a:t>
            </a:r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vlan</a:t>
            </a:r>
            <a:r>
              <a:rPr lang="pt-BR" sz="2400" dirty="0"/>
              <a:t>)#vlan [número da </a:t>
            </a:r>
            <a:r>
              <a:rPr lang="pt-BR" sz="2400" dirty="0" err="1"/>
              <a:t>vlan</a:t>
            </a:r>
            <a:r>
              <a:rPr lang="pt-BR" sz="2400" dirty="0"/>
              <a:t>] – Criar a </a:t>
            </a:r>
            <a:r>
              <a:rPr lang="pt-BR" sz="2400" dirty="0" err="1"/>
              <a:t>vlan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vlan</a:t>
            </a:r>
            <a:r>
              <a:rPr lang="pt-BR" sz="2400" dirty="0"/>
              <a:t>)#exit – sair do banco de dados</a:t>
            </a:r>
          </a:p>
          <a:p>
            <a:pPr marL="0" indent="0">
              <a:buNone/>
            </a:pPr>
            <a:r>
              <a:rPr lang="pt-BR" sz="2400" dirty="0"/>
              <a:t>ESW1#show </a:t>
            </a:r>
            <a:r>
              <a:rPr lang="pt-BR" sz="2400" dirty="0" err="1"/>
              <a:t>vlan</a:t>
            </a:r>
            <a:r>
              <a:rPr lang="pt-BR" sz="2400" dirty="0"/>
              <a:t>-switch – Para ver as </a:t>
            </a:r>
            <a:r>
              <a:rPr lang="pt-BR" sz="2400" dirty="0" err="1"/>
              <a:t>vlans</a:t>
            </a:r>
            <a:r>
              <a:rPr lang="pt-BR" sz="2400" dirty="0"/>
              <a:t> configuradas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497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A8EDC-8A34-449D-8AD6-5B17541B7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VLANS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0C1870-3167-4E79-9EA8-FECF9D9A1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 err="1"/>
              <a:t>VLANs</a:t>
            </a:r>
            <a:r>
              <a:rPr lang="pt-BR" dirty="0"/>
              <a:t> nesta arquitetura são criadas pelo Switch Gerenciável</a:t>
            </a:r>
          </a:p>
          <a:p>
            <a:endParaRPr lang="pt-BR" dirty="0"/>
          </a:p>
          <a:p>
            <a:r>
              <a:rPr lang="pt-BR" dirty="0"/>
              <a:t>Comandos Necessários para o Switch c3745:</a:t>
            </a:r>
          </a:p>
          <a:p>
            <a:pPr marL="0" indent="0">
              <a:buNone/>
            </a:pPr>
            <a:r>
              <a:rPr lang="pt-BR" sz="2400" dirty="0"/>
              <a:t>ESW1#vlan </a:t>
            </a:r>
            <a:r>
              <a:rPr lang="pt-BR" sz="2400" dirty="0" err="1"/>
              <a:t>database</a:t>
            </a:r>
            <a:r>
              <a:rPr lang="pt-BR" sz="2400" dirty="0"/>
              <a:t> – Acesso ao banco de dados deste Switch</a:t>
            </a:r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vlan</a:t>
            </a:r>
            <a:r>
              <a:rPr lang="pt-BR" sz="2400" dirty="0"/>
              <a:t>)#vlan [número da </a:t>
            </a:r>
            <a:r>
              <a:rPr lang="pt-BR" sz="2400" dirty="0" err="1"/>
              <a:t>vlan</a:t>
            </a:r>
            <a:r>
              <a:rPr lang="pt-BR" sz="2400" dirty="0"/>
              <a:t>] – Criar a </a:t>
            </a:r>
            <a:r>
              <a:rPr lang="pt-BR" sz="2400" dirty="0" err="1"/>
              <a:t>vlan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vlan</a:t>
            </a:r>
            <a:r>
              <a:rPr lang="pt-BR" sz="2400" dirty="0"/>
              <a:t>)#exit – sair do banco de dados</a:t>
            </a:r>
          </a:p>
          <a:p>
            <a:pPr marL="0" indent="0">
              <a:buNone/>
            </a:pPr>
            <a:r>
              <a:rPr lang="pt-BR" sz="2400" dirty="0"/>
              <a:t>ESW1#show </a:t>
            </a:r>
            <a:r>
              <a:rPr lang="pt-BR" sz="2400" dirty="0" err="1"/>
              <a:t>vlan</a:t>
            </a:r>
            <a:r>
              <a:rPr lang="pt-BR" sz="2400" dirty="0"/>
              <a:t>-switch – Para ver as </a:t>
            </a:r>
            <a:r>
              <a:rPr lang="pt-BR" sz="2400" dirty="0" err="1"/>
              <a:t>vlans</a:t>
            </a:r>
            <a:r>
              <a:rPr lang="pt-BR" sz="2400" dirty="0"/>
              <a:t> configuradas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957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6A51A-E30C-4087-BD61-2E4D9070F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VLANS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AF2F00C-74F3-4226-9850-8F1F69B39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7050" y="2046818"/>
            <a:ext cx="5544324" cy="3772426"/>
          </a:xfrm>
        </p:spPr>
      </p:pic>
    </p:spTree>
    <p:extLst>
      <p:ext uri="{BB962C8B-B14F-4D97-AF65-F5344CB8AC3E}">
        <p14:creationId xmlns:p14="http://schemas.microsoft.com/office/powerpoint/2010/main" val="1792820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A6606-D43D-4E16-9360-6A7408372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pt-BR" dirty="0"/>
              <a:t>Gerenciando as Interfaces e portas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2BCDA5-32C5-4732-BDC9-3CBBFDA05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6"/>
            <a:ext cx="10492153" cy="5111333"/>
          </a:xfrm>
        </p:spPr>
        <p:txBody>
          <a:bodyPr/>
          <a:lstStyle/>
          <a:p>
            <a:r>
              <a:rPr lang="pt-BR" dirty="0"/>
              <a:t>Para configurar as portas em suas determinadas </a:t>
            </a:r>
            <a:r>
              <a:rPr lang="pt-BR" dirty="0" err="1"/>
              <a:t>Vlans</a:t>
            </a:r>
            <a:r>
              <a:rPr lang="pt-BR" dirty="0"/>
              <a:t> no c3745:</a:t>
            </a:r>
          </a:p>
          <a:p>
            <a:pPr marL="0" indent="0">
              <a:buNone/>
            </a:pPr>
            <a:r>
              <a:rPr lang="pt-BR" sz="2400" dirty="0"/>
              <a:t>ESW1#config-t – entrada de configuração no terminal DOS</a:t>
            </a:r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config</a:t>
            </a:r>
            <a:r>
              <a:rPr lang="pt-BR" sz="2400" dirty="0"/>
              <a:t>)#int range f1/1 - 7 –  Configuração das interfaces no range f1/1 – f1/7</a:t>
            </a:r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config</a:t>
            </a:r>
            <a:r>
              <a:rPr lang="pt-BR" sz="2400" dirty="0"/>
              <a:t>)#switchport </a:t>
            </a:r>
            <a:r>
              <a:rPr lang="pt-BR" sz="2400" dirty="0" err="1"/>
              <a:t>mode</a:t>
            </a:r>
            <a:r>
              <a:rPr lang="pt-BR" sz="2400" dirty="0"/>
              <a:t> </a:t>
            </a:r>
            <a:r>
              <a:rPr lang="pt-BR" sz="2400" dirty="0" err="1"/>
              <a:t>access</a:t>
            </a:r>
            <a:r>
              <a:rPr lang="pt-BR" sz="2400" dirty="0"/>
              <a:t> – Configuração para Modo Acesso</a:t>
            </a:r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config</a:t>
            </a:r>
            <a:r>
              <a:rPr lang="pt-BR" sz="2400" dirty="0"/>
              <a:t>)#switchport </a:t>
            </a:r>
            <a:r>
              <a:rPr lang="pt-BR" sz="2400" dirty="0" err="1"/>
              <a:t>access</a:t>
            </a:r>
            <a:r>
              <a:rPr lang="pt-BR" sz="2400" dirty="0"/>
              <a:t> </a:t>
            </a:r>
            <a:r>
              <a:rPr lang="pt-BR" sz="2400" dirty="0" err="1"/>
              <a:t>vlan</a:t>
            </a:r>
            <a:r>
              <a:rPr lang="pt-BR" sz="2400" dirty="0"/>
              <a:t> [nº </a:t>
            </a:r>
            <a:r>
              <a:rPr lang="pt-BR" sz="2400" dirty="0" err="1"/>
              <a:t>vlan</a:t>
            </a:r>
            <a:r>
              <a:rPr lang="pt-BR" sz="2400" dirty="0"/>
              <a:t>] – Configura o acesso apenas para a </a:t>
            </a:r>
            <a:r>
              <a:rPr lang="pt-BR" sz="2400" dirty="0" err="1"/>
              <a:t>vlan</a:t>
            </a:r>
            <a:r>
              <a:rPr lang="pt-BR" sz="2400" dirty="0"/>
              <a:t> indicada</a:t>
            </a:r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config</a:t>
            </a:r>
            <a:r>
              <a:rPr lang="pt-BR" sz="2400" dirty="0"/>
              <a:t>)#no shutdown – Configura a porta para nunca desligar</a:t>
            </a:r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config</a:t>
            </a:r>
            <a:r>
              <a:rPr lang="pt-BR" sz="2400" dirty="0"/>
              <a:t>)#end – Finaliza Configuração</a:t>
            </a:r>
          </a:p>
          <a:p>
            <a:pPr marL="0" indent="0">
              <a:buNone/>
            </a:pPr>
            <a:r>
              <a:rPr lang="pt-BR" sz="2400" dirty="0"/>
              <a:t>ESW1#show </a:t>
            </a:r>
            <a:r>
              <a:rPr lang="pt-BR" sz="2400" dirty="0" err="1"/>
              <a:t>vlan</a:t>
            </a:r>
            <a:r>
              <a:rPr lang="pt-BR" sz="2400" dirty="0"/>
              <a:t>-switch – Vê as portas que estão conectadas à VLAN</a:t>
            </a:r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1983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A6606-D43D-4E16-9360-6A7408372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pt-BR" dirty="0"/>
              <a:t>Gerenciando as Interfaces e portas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54F8CD-873E-403E-BD54-2DC75ABE4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0787" y="1547550"/>
            <a:ext cx="5496692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54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D2A8B-4977-401B-ABA4-662B48BA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>
            <a:normAutofit fontScale="90000"/>
          </a:bodyPr>
          <a:lstStyle/>
          <a:p>
            <a:r>
              <a:rPr lang="pt-BR" dirty="0"/>
              <a:t>Gerenciando a interface </a:t>
            </a:r>
            <a:r>
              <a:rPr lang="pt-BR" dirty="0" err="1"/>
              <a:t>trunk</a:t>
            </a:r>
            <a:r>
              <a:rPr lang="pt-BR" dirty="0"/>
              <a:t> do Switch ao Gerenciador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20437D-9D2C-494F-ADFF-480DE4218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25218"/>
            <a:ext cx="10360501" cy="4838852"/>
          </a:xfrm>
        </p:spPr>
        <p:txBody>
          <a:bodyPr/>
          <a:lstStyle/>
          <a:p>
            <a:r>
              <a:rPr lang="pt-BR" dirty="0"/>
              <a:t>Para gerenciar a interface </a:t>
            </a:r>
            <a:r>
              <a:rPr lang="pt-BR" dirty="0" err="1"/>
              <a:t>trunk</a:t>
            </a:r>
            <a:r>
              <a:rPr lang="pt-BR" dirty="0"/>
              <a:t> no c3745:</a:t>
            </a:r>
          </a:p>
          <a:p>
            <a:pPr marL="0" indent="0">
              <a:buNone/>
            </a:pPr>
            <a:r>
              <a:rPr lang="pt-BR" sz="2400" dirty="0"/>
              <a:t>ESW1#config-t – entrada de configuração no terminal DOS</a:t>
            </a:r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config</a:t>
            </a:r>
            <a:r>
              <a:rPr lang="pt-BR" sz="2400" dirty="0"/>
              <a:t>)#int f1/0 – Interface ligada ao roteador/</a:t>
            </a:r>
            <a:r>
              <a:rPr lang="pt-BR" sz="2400" dirty="0" err="1"/>
              <a:t>trunk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config-if</a:t>
            </a:r>
            <a:r>
              <a:rPr lang="pt-BR" sz="2400" dirty="0"/>
              <a:t>)#switchport </a:t>
            </a:r>
            <a:r>
              <a:rPr lang="pt-BR" sz="2400" dirty="0" err="1"/>
              <a:t>mode</a:t>
            </a:r>
            <a:r>
              <a:rPr lang="pt-BR" sz="2400" dirty="0"/>
              <a:t> </a:t>
            </a:r>
            <a:r>
              <a:rPr lang="pt-BR" sz="2400" dirty="0" err="1"/>
              <a:t>trunk</a:t>
            </a:r>
            <a:r>
              <a:rPr lang="pt-BR" sz="2400" dirty="0"/>
              <a:t> – Muda para o modo </a:t>
            </a:r>
            <a:r>
              <a:rPr lang="pt-BR" sz="2400" dirty="0" err="1"/>
              <a:t>trunk</a:t>
            </a:r>
            <a:endParaRPr lang="pt-BR" sz="2400" dirty="0"/>
          </a:p>
          <a:p>
            <a:pPr marL="0" indent="0">
              <a:buNone/>
            </a:pPr>
            <a:r>
              <a:rPr lang="pt-BR" sz="2400" dirty="0"/>
              <a:t>Opcional:</a:t>
            </a:r>
          </a:p>
          <a:p>
            <a:pPr marL="0" indent="0">
              <a:buNone/>
            </a:pPr>
            <a:r>
              <a:rPr lang="pt-BR" sz="2400" dirty="0"/>
              <a:t>ESW1(</a:t>
            </a:r>
            <a:r>
              <a:rPr lang="pt-BR" sz="2400" dirty="0" err="1"/>
              <a:t>config-if</a:t>
            </a:r>
            <a:r>
              <a:rPr lang="pt-BR" sz="2400" dirty="0"/>
              <a:t>)#switchport </a:t>
            </a:r>
            <a:r>
              <a:rPr lang="pt-BR" sz="2400" dirty="0" err="1"/>
              <a:t>trunk</a:t>
            </a:r>
            <a:r>
              <a:rPr lang="pt-BR" sz="2400" dirty="0"/>
              <a:t> </a:t>
            </a:r>
            <a:r>
              <a:rPr lang="pt-BR" sz="2400" dirty="0" err="1"/>
              <a:t>allowed</a:t>
            </a:r>
            <a:r>
              <a:rPr lang="pt-BR" sz="2400" dirty="0"/>
              <a:t> </a:t>
            </a:r>
            <a:r>
              <a:rPr lang="pt-BR" sz="2400" dirty="0" err="1"/>
              <a:t>vlan</a:t>
            </a:r>
            <a:r>
              <a:rPr lang="pt-BR" sz="2400" dirty="0"/>
              <a:t> [nº das </a:t>
            </a:r>
            <a:r>
              <a:rPr lang="pt-BR" sz="2400" dirty="0" err="1"/>
              <a:t>vlans</a:t>
            </a:r>
            <a:r>
              <a:rPr lang="pt-BR" sz="2400" dirty="0"/>
              <a:t> separados por vírgulas] – Restringe apenas as </a:t>
            </a:r>
            <a:r>
              <a:rPr lang="pt-BR" sz="2400" dirty="0" err="1"/>
              <a:t>vlans</a:t>
            </a:r>
            <a:r>
              <a:rPr lang="pt-BR" sz="2400" dirty="0"/>
              <a:t> que você quer.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032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D2A8B-4977-401B-ABA4-662B48BAD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>
            <a:normAutofit fontScale="90000"/>
          </a:bodyPr>
          <a:lstStyle/>
          <a:p>
            <a:r>
              <a:rPr lang="pt-BR" dirty="0"/>
              <a:t>Gerenciando a interface </a:t>
            </a:r>
            <a:r>
              <a:rPr lang="pt-BR" dirty="0" err="1"/>
              <a:t>trunk</a:t>
            </a:r>
            <a:r>
              <a:rPr lang="pt-BR" dirty="0"/>
              <a:t> do Switch ao Gerenciador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20437D-9D2C-494F-ADFF-480DE4218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25218"/>
            <a:ext cx="10360501" cy="4838852"/>
          </a:xfrm>
        </p:spPr>
        <p:txBody>
          <a:bodyPr/>
          <a:lstStyle/>
          <a:p>
            <a:endParaRPr lang="pt-BR" dirty="0"/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830A04-4788-4B3E-B334-608AEC841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497" y="2428735"/>
            <a:ext cx="5525271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9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53AD1-D47E-4DD7-B5BA-F28586E2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pt-BR" dirty="0"/>
              <a:t>Configurando o Roteador para as VLANS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9D3C54-8AD4-4BBF-BBA0-F20C214F8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24744"/>
            <a:ext cx="10360501" cy="5039325"/>
          </a:xfrm>
        </p:spPr>
        <p:txBody>
          <a:bodyPr/>
          <a:lstStyle/>
          <a:p>
            <a:r>
              <a:rPr lang="pt-BR" dirty="0"/>
              <a:t>Checklist das configurações do Roteador</a:t>
            </a:r>
          </a:p>
          <a:p>
            <a:pPr lvl="1"/>
            <a:r>
              <a:rPr lang="pt-BR" dirty="0"/>
              <a:t>Observar a interface </a:t>
            </a:r>
            <a:r>
              <a:rPr lang="pt-BR" dirty="0" err="1"/>
              <a:t>trunk</a:t>
            </a:r>
            <a:r>
              <a:rPr lang="pt-BR" dirty="0"/>
              <a:t> do roteador</a:t>
            </a:r>
          </a:p>
          <a:p>
            <a:pPr lvl="1"/>
            <a:r>
              <a:rPr lang="pt-BR" dirty="0"/>
              <a:t>Criar configurações de leitura do </a:t>
            </a:r>
            <a:r>
              <a:rPr lang="pt-BR" dirty="0" err="1"/>
              <a:t>trunk</a:t>
            </a:r>
            <a:r>
              <a:rPr lang="pt-BR" dirty="0"/>
              <a:t> com encapsulamento 802.1Q</a:t>
            </a:r>
          </a:p>
          <a:p>
            <a:pPr lvl="1"/>
            <a:r>
              <a:rPr lang="pt-BR" dirty="0"/>
              <a:t>Habilitar as interfaces das </a:t>
            </a:r>
            <a:r>
              <a:rPr lang="pt-BR" dirty="0" err="1"/>
              <a:t>Vlans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304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B6FF2-3C2F-4178-9DFE-9E21B6A5B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562075"/>
          </a:xfrm>
        </p:spPr>
        <p:txBody>
          <a:bodyPr>
            <a:normAutofit fontScale="90000"/>
          </a:bodyPr>
          <a:lstStyle/>
          <a:p>
            <a:r>
              <a:rPr lang="pt-BR" dirty="0"/>
              <a:t>Configurando o Roteador para as VLANS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CA99B-B8C8-4845-B53D-1307C56B0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980728"/>
            <a:ext cx="10360501" cy="5183341"/>
          </a:xfrm>
        </p:spPr>
        <p:txBody>
          <a:bodyPr/>
          <a:lstStyle/>
          <a:p>
            <a:r>
              <a:rPr lang="pt-BR" dirty="0"/>
              <a:t>Observar a interface </a:t>
            </a:r>
            <a:r>
              <a:rPr lang="pt-BR" dirty="0" err="1"/>
              <a:t>trunk</a:t>
            </a:r>
            <a:r>
              <a:rPr lang="pt-BR" dirty="0"/>
              <a:t> do roteador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256F0F-D575-46F6-A410-9DD4109BC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726" y="1952424"/>
            <a:ext cx="1581371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1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029CD-849B-4E12-9465-51BC6A8E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066131"/>
          </a:xfrm>
        </p:spPr>
        <p:txBody>
          <a:bodyPr>
            <a:normAutofit/>
          </a:bodyPr>
          <a:lstStyle/>
          <a:p>
            <a:r>
              <a:rPr lang="pt-BR" dirty="0"/>
              <a:t>Habilitar a interface mestre das </a:t>
            </a:r>
            <a:r>
              <a:rPr lang="pt-BR" dirty="0" err="1"/>
              <a:t>Vlans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730180-2F10-4A86-A562-85A188115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484784"/>
            <a:ext cx="10360501" cy="4679285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R1#config t</a:t>
            </a:r>
          </a:p>
          <a:p>
            <a:pPr marL="0" indent="0">
              <a:buNone/>
            </a:pPr>
            <a:r>
              <a:rPr lang="pt-BR" dirty="0"/>
              <a:t>R1(</a:t>
            </a:r>
            <a:r>
              <a:rPr lang="pt-BR" dirty="0" err="1"/>
              <a:t>config</a:t>
            </a:r>
            <a:r>
              <a:rPr lang="pt-BR" dirty="0"/>
              <a:t>)#int f0/0 – interface do Roteador e o Switch</a:t>
            </a:r>
          </a:p>
          <a:p>
            <a:pPr marL="0" indent="0">
              <a:buNone/>
            </a:pPr>
            <a:r>
              <a:rPr lang="pt-BR" dirty="0"/>
              <a:t>R1(</a:t>
            </a:r>
            <a:r>
              <a:rPr lang="pt-BR" dirty="0" err="1"/>
              <a:t>config-if</a:t>
            </a:r>
            <a:r>
              <a:rPr lang="pt-BR" dirty="0"/>
              <a:t>)#no shutdown – Habilitar a interface</a:t>
            </a:r>
          </a:p>
          <a:p>
            <a:pPr marL="0" indent="0">
              <a:buNone/>
            </a:pPr>
            <a:r>
              <a:rPr lang="pt-BR" dirty="0"/>
              <a:t>R1(</a:t>
            </a:r>
            <a:r>
              <a:rPr lang="pt-BR" dirty="0" err="1"/>
              <a:t>config-if</a:t>
            </a:r>
            <a:r>
              <a:rPr lang="pt-BR" dirty="0"/>
              <a:t>)#end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446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029CD-849B-4E12-9465-51BC6A8EB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066131"/>
          </a:xfrm>
        </p:spPr>
        <p:txBody>
          <a:bodyPr>
            <a:normAutofit/>
          </a:bodyPr>
          <a:lstStyle/>
          <a:p>
            <a:r>
              <a:rPr lang="pt-BR" dirty="0"/>
              <a:t>Criar as configurações de Leitura do </a:t>
            </a:r>
            <a:r>
              <a:rPr lang="pt-BR" dirty="0" err="1"/>
              <a:t>Trunk</a:t>
            </a:r>
            <a:r>
              <a:rPr lang="pt-BR" dirty="0"/>
              <a:t> 802.1Q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730180-2F10-4A86-A562-85A188115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484784"/>
            <a:ext cx="10360501" cy="53732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R1#config t</a:t>
            </a:r>
          </a:p>
          <a:p>
            <a:pPr marL="0" indent="0">
              <a:buNone/>
            </a:pPr>
            <a:r>
              <a:rPr lang="pt-BR" dirty="0"/>
              <a:t>R1(</a:t>
            </a:r>
            <a:r>
              <a:rPr lang="pt-BR" dirty="0" err="1"/>
              <a:t>config</a:t>
            </a:r>
            <a:r>
              <a:rPr lang="pt-BR" dirty="0"/>
              <a:t>)#int f0/0.25 – O .XX indica a interface de uma </a:t>
            </a:r>
            <a:r>
              <a:rPr lang="pt-BR" dirty="0" err="1"/>
              <a:t>subredeVLAN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R1(</a:t>
            </a:r>
            <a:r>
              <a:rPr lang="pt-BR" dirty="0" err="1"/>
              <a:t>config-subif</a:t>
            </a:r>
            <a:r>
              <a:rPr lang="pt-BR" dirty="0"/>
              <a:t>)#encapsulation dot1Q 25 – Configura o protocolo dot1Q</a:t>
            </a:r>
          </a:p>
          <a:p>
            <a:pPr marL="0" indent="0">
              <a:buNone/>
            </a:pPr>
            <a:r>
              <a:rPr lang="pt-BR" dirty="0"/>
              <a:t>R1(</a:t>
            </a:r>
            <a:r>
              <a:rPr lang="pt-BR" dirty="0" err="1"/>
              <a:t>config-subif</a:t>
            </a:r>
            <a:r>
              <a:rPr lang="pt-BR" dirty="0"/>
              <a:t>)#ip </a:t>
            </a:r>
            <a:r>
              <a:rPr lang="pt-BR" dirty="0" err="1"/>
              <a:t>address</a:t>
            </a:r>
            <a:r>
              <a:rPr lang="pt-BR" dirty="0"/>
              <a:t> [end. IP] [Máscara] – Configura o endereço IP do Roteador + Máscara</a:t>
            </a:r>
          </a:p>
          <a:p>
            <a:pPr marL="0" indent="0">
              <a:buNone/>
            </a:pPr>
            <a:r>
              <a:rPr lang="pt-BR" dirty="0"/>
              <a:t>R1(</a:t>
            </a:r>
            <a:r>
              <a:rPr lang="pt-BR" dirty="0" err="1"/>
              <a:t>config-subif</a:t>
            </a:r>
            <a:r>
              <a:rPr lang="pt-BR" dirty="0"/>
              <a:t>)#no shutdown – Habilitar a interface</a:t>
            </a:r>
          </a:p>
          <a:p>
            <a:pPr marL="0" indent="0">
              <a:buNone/>
            </a:pPr>
            <a:r>
              <a:rPr lang="pt-BR" dirty="0"/>
              <a:t>R1(</a:t>
            </a:r>
            <a:r>
              <a:rPr lang="pt-BR" dirty="0" err="1"/>
              <a:t>config-subif</a:t>
            </a:r>
            <a:r>
              <a:rPr lang="pt-BR" dirty="0"/>
              <a:t>)#end</a:t>
            </a:r>
          </a:p>
          <a:p>
            <a:pPr marL="0" indent="0">
              <a:buNone/>
            </a:pPr>
            <a:r>
              <a:rPr lang="pt-BR" dirty="0"/>
              <a:t>R1#wr – Salva as configurações</a:t>
            </a:r>
          </a:p>
          <a:p>
            <a:pPr marL="0" indent="0">
              <a:buNone/>
            </a:pPr>
            <a:r>
              <a:rPr lang="pt-BR" dirty="0"/>
              <a:t>R1#show </a:t>
            </a:r>
            <a:r>
              <a:rPr lang="pt-BR" dirty="0" err="1"/>
              <a:t>ip</a:t>
            </a:r>
            <a:r>
              <a:rPr lang="pt-BR" dirty="0"/>
              <a:t> interface </a:t>
            </a:r>
            <a:r>
              <a:rPr lang="pt-BR" dirty="0" err="1"/>
              <a:t>brief</a:t>
            </a:r>
            <a:r>
              <a:rPr lang="pt-BR" dirty="0"/>
              <a:t> – Mostra as configurações das interfaces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13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3640D-40C7-41F5-9F4A-70416D7F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o IP Dinâmico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733A96-F0F0-44B1-B3EB-DDBAEC18A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nosso projeto é estritamente configurado pelo Roteador (R1)</a:t>
            </a:r>
          </a:p>
          <a:p>
            <a:endParaRPr lang="pt-BR" dirty="0"/>
          </a:p>
          <a:p>
            <a:r>
              <a:rPr lang="pt-BR" dirty="0"/>
              <a:t>É configurado pelo formato de </a:t>
            </a:r>
            <a:r>
              <a:rPr lang="pt-BR" dirty="0">
                <a:solidFill>
                  <a:schemeClr val="accent1"/>
                </a:solidFill>
              </a:rPr>
              <a:t>pools</a:t>
            </a:r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105A587F-ECE2-453C-9C2D-49985D879D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4416770"/>
              </p:ext>
            </p:extLst>
          </p:nvPr>
        </p:nvGraphicFramePr>
        <p:xfrm>
          <a:off x="1214558" y="3562269"/>
          <a:ext cx="10364826" cy="2938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837999329"/>
                    </a:ext>
                  </a:extLst>
                </a:gridCol>
                <a:gridCol w="3252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Hosts -&gt; Pools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Endereço de rede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Máscara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Range de IP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Servidor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10.1.6.0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255.255.254.0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10.1.6.1 - 10.1.7.254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VLAN 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255.255.255.128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/>
                        <a:t>10.1.8.1 - 10.1.8.126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VLAN 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255.255.255.192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10.1.8.129 - 10.1.8.190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6549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6F2CB-CA7F-48E2-9F59-302F5E8CF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Checklist de configurações do Roteador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A4DF4A-BFB2-4996-96AE-4CB7F87FB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/>
              <a:t>Inserir as exceções de endereços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Criar as Pools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Configurar as Pools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Verificar o estado das Pools</a:t>
            </a:r>
          </a:p>
        </p:txBody>
      </p:sp>
    </p:spTree>
    <p:extLst>
      <p:ext uri="{BB962C8B-B14F-4D97-AF65-F5344CB8AC3E}">
        <p14:creationId xmlns:p14="http://schemas.microsoft.com/office/powerpoint/2010/main" val="377693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67F31-7120-4CEE-8860-B9A57A78D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Configuração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90F577-64D1-421F-8B68-BCE1BA6E6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Caracterizada pelo comando </a:t>
            </a:r>
            <a:r>
              <a:rPr lang="pt-BR" i="1" dirty="0" err="1"/>
              <a:t>ip</a:t>
            </a:r>
            <a:r>
              <a:rPr lang="pt-BR" i="1" dirty="0"/>
              <a:t> dhcp </a:t>
            </a:r>
            <a:r>
              <a:rPr lang="pt-BR" dirty="0"/>
              <a:t>no console/terminal DOS</a:t>
            </a:r>
          </a:p>
          <a:p>
            <a:endParaRPr lang="pt-BR" dirty="0"/>
          </a:p>
          <a:p>
            <a:r>
              <a:rPr lang="pt-BR" dirty="0"/>
              <a:t>Você pode visualizar todos os comandos de configuração DHCP com: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45E58721-BBAE-42AB-AED7-0DDDE8590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486504"/>
              </p:ext>
            </p:extLst>
          </p:nvPr>
        </p:nvGraphicFramePr>
        <p:xfrm>
          <a:off x="1218883" y="3932933"/>
          <a:ext cx="9484041" cy="2348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447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D087F-37D8-44C5-8D41-2B7C4011A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pt-BR" dirty="0"/>
              <a:t>Inserir as exceções de Endereços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7D060E-87B4-448C-9EDA-F3BF77AA2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24744"/>
            <a:ext cx="10360501" cy="5184576"/>
          </a:xfrm>
        </p:spPr>
        <p:txBody>
          <a:bodyPr>
            <a:normAutofit lnSpcReduction="10000"/>
          </a:bodyPr>
          <a:lstStyle/>
          <a:p>
            <a:r>
              <a:rPr lang="pt-BR" dirty="0">
                <a:solidFill>
                  <a:schemeClr val="accent1"/>
                </a:solidFill>
              </a:rPr>
              <a:t>Por quê?</a:t>
            </a:r>
          </a:p>
          <a:p>
            <a:r>
              <a:rPr lang="pt-BR" dirty="0"/>
              <a:t>Em nosso range de </a:t>
            </a:r>
            <a:r>
              <a:rPr lang="pt-BR" dirty="0" err="1"/>
              <a:t>ip</a:t>
            </a:r>
            <a:r>
              <a:rPr lang="pt-BR" dirty="0"/>
              <a:t>, se faz necessário criar algumas exceções que não podem ser assumidas por hosts/clientes. </a:t>
            </a:r>
            <a:r>
              <a:rPr lang="pt-BR" dirty="0" err="1"/>
              <a:t>Ex</a:t>
            </a:r>
            <a:r>
              <a:rPr lang="pt-BR" dirty="0"/>
              <a:t>: End. IP do Roteador na interface</a:t>
            </a:r>
          </a:p>
          <a:p>
            <a:endParaRPr lang="pt-BR" dirty="0"/>
          </a:p>
          <a:p>
            <a:r>
              <a:rPr lang="pt-BR" dirty="0"/>
              <a:t>Hosts/Clientes nunca devem assumir o endereço IP do Roteador, do contrário não será possível estabelecer conexão</a:t>
            </a:r>
          </a:p>
          <a:p>
            <a:endParaRPr lang="pt-BR" dirty="0"/>
          </a:p>
          <a:p>
            <a:r>
              <a:rPr lang="pt-BR" dirty="0"/>
              <a:t>Se houver necessidade de inserir um endereço de IP estático dentro da nossa </a:t>
            </a:r>
            <a:r>
              <a:rPr lang="pt-BR" dirty="0" err="1"/>
              <a:t>sub-rede</a:t>
            </a:r>
            <a:r>
              <a:rPr lang="pt-BR" dirty="0"/>
              <a:t>, se faz necessário inserir esse endereço na exceção do DHCP</a:t>
            </a:r>
          </a:p>
        </p:txBody>
      </p:sp>
    </p:spTree>
    <p:extLst>
      <p:ext uri="{BB962C8B-B14F-4D97-AF65-F5344CB8AC3E}">
        <p14:creationId xmlns:p14="http://schemas.microsoft.com/office/powerpoint/2010/main" val="229025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A30A7-33C0-4328-853A-8E852EE9A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Inserindo as exceções de Endereços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8A4534-FDDA-4B6F-8CDC-15921B281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realizado por meio do comando </a:t>
            </a:r>
            <a:r>
              <a:rPr lang="pt-BR" i="1" dirty="0" err="1"/>
              <a:t>ip</a:t>
            </a:r>
            <a:r>
              <a:rPr lang="pt-BR" i="1" dirty="0"/>
              <a:t> dhcp </a:t>
            </a:r>
            <a:r>
              <a:rPr lang="pt-BR" i="1" dirty="0" err="1"/>
              <a:t>excluded-address</a:t>
            </a:r>
            <a:r>
              <a:rPr lang="pt-BR" dirty="0"/>
              <a:t>, Veja:</a:t>
            </a:r>
          </a:p>
          <a:p>
            <a:endParaRPr lang="pt-BR"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AB0E7D3C-8567-423E-8B17-60A0014687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7893359"/>
              </p:ext>
            </p:extLst>
          </p:nvPr>
        </p:nvGraphicFramePr>
        <p:xfrm>
          <a:off x="1352391" y="2492896"/>
          <a:ext cx="9484041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456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5454A-BEAC-41A1-B642-13B1A04B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as Pools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6973BB-499E-483C-904A-34B5DBDA4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Objetivo: Criar uma </a:t>
            </a:r>
            <a:r>
              <a:rPr lang="pt-BR" dirty="0">
                <a:solidFill>
                  <a:schemeClr val="accent1"/>
                </a:solidFill>
              </a:rPr>
              <a:t>Pool de endereços </a:t>
            </a:r>
            <a:r>
              <a:rPr lang="pt-BR" dirty="0"/>
              <a:t>+ Configurar as Pools de acordo com nossas </a:t>
            </a:r>
            <a:r>
              <a:rPr lang="pt-BR" dirty="0" err="1"/>
              <a:t>sub-redes</a:t>
            </a:r>
            <a:endParaRPr lang="pt-BR" dirty="0"/>
          </a:p>
          <a:p>
            <a:r>
              <a:rPr lang="pt-BR" dirty="0"/>
              <a:t>A ideia é criar uma pool para cada conjunto de hosts: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07960BA5-39B1-4612-A7B3-728FFA742E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8769614"/>
              </p:ext>
            </p:extLst>
          </p:nvPr>
        </p:nvGraphicFramePr>
        <p:xfrm>
          <a:off x="1218883" y="3443060"/>
          <a:ext cx="10364826" cy="2938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837999329"/>
                    </a:ext>
                  </a:extLst>
                </a:gridCol>
                <a:gridCol w="3252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Pools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Endereço de rede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Máscara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Range de IP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 err="1">
                          <a:solidFill>
                            <a:srgbClr val="FF0000"/>
                          </a:solidFill>
                        </a:rPr>
                        <a:t>dServidor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10.1.6.0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255.255.254.0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10.1.6.1 - 10.1.7.254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dVLAN35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255.255.255.128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/>
                        <a:t>10.1.8.1 - 10.1.8.126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dVLAN25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255.255.255.192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10.1.8.129 - 10.1.8.190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92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A2ECD-4745-4252-ACB1-D0C2E0B7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as Pools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D4C33-E0E6-48AB-8B21-F1E186E30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realizado por meio do comando </a:t>
            </a:r>
            <a:r>
              <a:rPr lang="pt-BR" i="1" dirty="0" err="1"/>
              <a:t>ip</a:t>
            </a:r>
            <a:r>
              <a:rPr lang="pt-BR" i="1" dirty="0"/>
              <a:t> dhcp pool</a:t>
            </a:r>
            <a:r>
              <a:rPr lang="pt-BR" dirty="0"/>
              <a:t>, Veja: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49B9ED79-6003-44ED-828A-E604998690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9635057"/>
              </p:ext>
            </p:extLst>
          </p:nvPr>
        </p:nvGraphicFramePr>
        <p:xfrm>
          <a:off x="1352391" y="2420765"/>
          <a:ext cx="9484041" cy="30243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593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DCD63-4F36-4FC2-B5E9-0AA53F4EF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Configurar as Pools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E33467-FAC6-457C-BA32-90CE3DE93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Precisamos configurar as redes que irão fazer parte das Pools</a:t>
            </a:r>
          </a:p>
          <a:p>
            <a:r>
              <a:rPr lang="pt-BR" dirty="0"/>
              <a:t>Para isso, é necessário saber qual é a nossa </a:t>
            </a:r>
            <a:r>
              <a:rPr lang="pt-BR" dirty="0" err="1"/>
              <a:t>sub-rede</a:t>
            </a:r>
            <a:r>
              <a:rPr lang="pt-BR" dirty="0"/>
              <a:t> para cada Pool</a:t>
            </a:r>
          </a:p>
          <a:p>
            <a:r>
              <a:rPr lang="pt-BR" dirty="0"/>
              <a:t>Além disso configurar o Endereço do roteador padrão de cada interface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856A5BC6-441F-4320-92D3-7CF07F7E28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8236796"/>
              </p:ext>
            </p:extLst>
          </p:nvPr>
        </p:nvGraphicFramePr>
        <p:xfrm>
          <a:off x="1218883" y="3789040"/>
          <a:ext cx="10364826" cy="2938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837999329"/>
                    </a:ext>
                  </a:extLst>
                </a:gridCol>
                <a:gridCol w="3252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>
                          <a:solidFill>
                            <a:schemeClr val="tx1"/>
                          </a:solidFill>
                        </a:rPr>
                        <a:t>Pools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Endereço de rede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Máscara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b="0" dirty="0"/>
                        <a:t>Endereço do Roteador</a:t>
                      </a:r>
                    </a:p>
                  </a:txBody>
                  <a:tcPr marL="9525" marR="9525" marT="9525" marB="0" anchor="ctr">
                    <a:solidFill>
                      <a:srgbClr val="00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 err="1">
                          <a:solidFill>
                            <a:srgbClr val="FF0000"/>
                          </a:solidFill>
                        </a:rPr>
                        <a:t>dServidor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10.1.6.0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255.255.254.0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>
                          <a:solidFill>
                            <a:srgbClr val="FF0000"/>
                          </a:solidFill>
                        </a:rPr>
                        <a:t>10.1.6.1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dVLAN35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255.255.255.128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4567">
                <a:tc>
                  <a:txBody>
                    <a:bodyPr/>
                    <a:lstStyle/>
                    <a:p>
                      <a:pPr algn="ctr" fontAlgn="b"/>
                      <a:r>
                        <a:rPr lang="pt-BR" dirty="0"/>
                        <a:t>dVLAN25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255.255.255.192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dirty="0"/>
                        <a:t>10.1.8.129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1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A2ECD-4745-4252-ACB1-D0C2E0B7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as Pools (Configurando a rede)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D4C33-E0E6-48AB-8B21-F1E186E30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realizado por meio do comando </a:t>
            </a:r>
            <a:r>
              <a:rPr lang="pt-BR" i="1" dirty="0"/>
              <a:t>network </a:t>
            </a:r>
            <a:r>
              <a:rPr lang="pt-BR" dirty="0"/>
              <a:t>no modo de configuração da Pool DHCP, Veja: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49B9ED79-6003-44ED-828A-E604998690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5268070"/>
              </p:ext>
            </p:extLst>
          </p:nvPr>
        </p:nvGraphicFramePr>
        <p:xfrm>
          <a:off x="1285636" y="2780928"/>
          <a:ext cx="9617551" cy="3240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626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A2ECD-4745-4252-ACB1-D0C2E0B7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Configurando as Pools (Configurando o gateway)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D4C33-E0E6-48AB-8B21-F1E186E30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realizado por meio do comando </a:t>
            </a:r>
            <a:r>
              <a:rPr lang="pt-BR" i="1" dirty="0"/>
              <a:t>default-</a:t>
            </a:r>
            <a:r>
              <a:rPr lang="pt-BR" i="1" dirty="0" err="1"/>
              <a:t>router</a:t>
            </a:r>
            <a:r>
              <a:rPr lang="pt-BR" i="1" dirty="0"/>
              <a:t> </a:t>
            </a:r>
            <a:r>
              <a:rPr lang="pt-BR" dirty="0"/>
              <a:t>no modo de configuração da Pool DHCP, Veja: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49B9ED79-6003-44ED-828A-E604998690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939899"/>
              </p:ext>
            </p:extLst>
          </p:nvPr>
        </p:nvGraphicFramePr>
        <p:xfrm>
          <a:off x="1285636" y="2708920"/>
          <a:ext cx="9684306" cy="3658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89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01036-18BF-4179-A0CB-211E108E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Verificando o Estado das Pools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F6DD28-8F0B-4B42-A53C-495FC2F7F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Segue o padrão do comando </a:t>
            </a:r>
            <a:r>
              <a:rPr lang="pt-BR" i="1" dirty="0"/>
              <a:t>show </a:t>
            </a:r>
            <a:r>
              <a:rPr lang="pt-BR" i="1" dirty="0" err="1"/>
              <a:t>ip</a:t>
            </a:r>
            <a:r>
              <a:rPr lang="pt-BR" i="1" dirty="0"/>
              <a:t> dhcp</a:t>
            </a:r>
            <a:endParaRPr lang="pt-BR"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D54D9327-9B91-45B1-9D8C-40EB0C4734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9378747"/>
              </p:ext>
            </p:extLst>
          </p:nvPr>
        </p:nvGraphicFramePr>
        <p:xfrm>
          <a:off x="1252259" y="2923709"/>
          <a:ext cx="9684306" cy="3240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732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D2C9A-57E1-498A-BCEE-4A7D643E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Verificando o Estado das Pools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DDF8AD-DC8F-4F6A-9D5C-369BACCD3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62" y="2060848"/>
            <a:ext cx="5525271" cy="374384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7C9F8C-F203-46BC-AD67-AC6A59496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9133" y="2060848"/>
            <a:ext cx="5534797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70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604</TotalTime>
  <Words>2374</Words>
  <Application>Microsoft Office PowerPoint</Application>
  <PresentationFormat>Personalizar</PresentationFormat>
  <Paragraphs>416</Paragraphs>
  <Slides>70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70</vt:i4>
      </vt:variant>
    </vt:vector>
  </HeadingPairs>
  <TitlesOfParts>
    <vt:vector size="74" baseType="lpstr">
      <vt:lpstr>Arial</vt:lpstr>
      <vt:lpstr>Arial</vt:lpstr>
      <vt:lpstr>Calibri</vt:lpstr>
      <vt:lpstr>Tecnologia 16x9</vt:lpstr>
      <vt:lpstr>Grupo SIM</vt:lpstr>
      <vt:lpstr>Módulo I</vt:lpstr>
      <vt:lpstr>Módulo I - Sumário</vt:lpstr>
      <vt:lpstr>O Projeto</vt:lpstr>
      <vt:lpstr>Requisitos de avaliação</vt:lpstr>
      <vt:lpstr>Requisitos de avaliação</vt:lpstr>
      <vt:lpstr>Projeto da 1º VA</vt:lpstr>
      <vt:lpstr>O que iremos estudar hoje</vt:lpstr>
      <vt:lpstr>Redes e sub-redes</vt:lpstr>
      <vt:lpstr>CALMA! UMA COISA POR VEZ</vt:lpstr>
      <vt:lpstr>Relembrando os Requisitos do projeto</vt:lpstr>
      <vt:lpstr>Então vamos arrumar!</vt:lpstr>
      <vt:lpstr>Quantos Hosts vamos precisar?</vt:lpstr>
      <vt:lpstr>Como serão organizados/agrupados?</vt:lpstr>
      <vt:lpstr>Como serão organizados/agrupados?</vt:lpstr>
      <vt:lpstr>Como serão organizados/agrupados?</vt:lpstr>
      <vt:lpstr>Como serão organizados/agrupados?</vt:lpstr>
      <vt:lpstr>Como serão organizados/agrupados?</vt:lpstr>
      <vt:lpstr>Como serão organizados/agrupados?</vt:lpstr>
      <vt:lpstr>Como serão organizados/agrupados?</vt:lpstr>
      <vt:lpstr>Por quê isso acontece?</vt:lpstr>
      <vt:lpstr>Observando a rede e a máscara em binário</vt:lpstr>
      <vt:lpstr>Logo...</vt:lpstr>
      <vt:lpstr>Redes Locais Virtuais (VLan)</vt:lpstr>
      <vt:lpstr>O que são as VLANs?</vt:lpstr>
      <vt:lpstr>Mas pera lá... O que são essas interfaces?</vt:lpstr>
      <vt:lpstr>Mas pera lá... O que são essas interfaces?</vt:lpstr>
      <vt:lpstr>Mas pera lá... O que são essas interfaces?</vt:lpstr>
      <vt:lpstr>As interfaces em si podem ser de vários tipos</vt:lpstr>
      <vt:lpstr>Então...</vt:lpstr>
      <vt:lpstr>Adendo...</vt:lpstr>
      <vt:lpstr>Observemos:</vt:lpstr>
      <vt:lpstr>Observemos:</vt:lpstr>
      <vt:lpstr>Nosso caso</vt:lpstr>
      <vt:lpstr>Exemplificação aplicada no projeto</vt:lpstr>
      <vt:lpstr>VLAN 25</vt:lpstr>
      <vt:lpstr>VLAN 35</vt:lpstr>
      <vt:lpstr>Endereço IP Dinâmico (DHCP)</vt:lpstr>
      <vt:lpstr>Nada mais Nada Menos do que apenas um IP variável</vt:lpstr>
      <vt:lpstr>Os Roteadores estabelecem os Hosts Dinâmicos</vt:lpstr>
      <vt:lpstr>Os Roteadores estabelecem os Hosts Dinâmicos</vt:lpstr>
      <vt:lpstr>Aplicação ao Projeto</vt:lpstr>
      <vt:lpstr>Aplicação ao Projeto - Sumário</vt:lpstr>
      <vt:lpstr>O PROJETO!!!</vt:lpstr>
      <vt:lpstr>Observando a Camada Física</vt:lpstr>
      <vt:lpstr>Conexões Locais</vt:lpstr>
      <vt:lpstr>Conexões Locais</vt:lpstr>
      <vt:lpstr>Criando VLANS</vt:lpstr>
      <vt:lpstr>Criando VLANS</vt:lpstr>
      <vt:lpstr>Criando VLANS</vt:lpstr>
      <vt:lpstr>Gerenciando as Interfaces e portas</vt:lpstr>
      <vt:lpstr>Gerenciando as Interfaces e portas</vt:lpstr>
      <vt:lpstr>Gerenciando a interface trunk do Switch ao Gerenciador</vt:lpstr>
      <vt:lpstr>Gerenciando a interface trunk do Switch ao Gerenciador</vt:lpstr>
      <vt:lpstr>Configurando o Roteador para as VLANS</vt:lpstr>
      <vt:lpstr>Configurando o Roteador para as VLANS</vt:lpstr>
      <vt:lpstr>Habilitar a interface mestre das Vlans</vt:lpstr>
      <vt:lpstr>Criar as configurações de Leitura do Trunk 802.1Q</vt:lpstr>
      <vt:lpstr>Configurando o IP Dinâmico</vt:lpstr>
      <vt:lpstr>Checklist de configurações do Roteador</vt:lpstr>
      <vt:lpstr>Configuração Geral</vt:lpstr>
      <vt:lpstr>Inserir as exceções de Endereços</vt:lpstr>
      <vt:lpstr>Inserindo as exceções de Endereços </vt:lpstr>
      <vt:lpstr>Criar as Pools</vt:lpstr>
      <vt:lpstr>Criando as Pools</vt:lpstr>
      <vt:lpstr>Configurar as Pools</vt:lpstr>
      <vt:lpstr>Configurando as Pools (Configurando a rede)</vt:lpstr>
      <vt:lpstr>Configurando as Pools (Configurando o gateway)</vt:lpstr>
      <vt:lpstr>Verificando o Estado das Pools</vt:lpstr>
      <vt:lpstr>Verificando o Estado das Pools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Grupo SIM</dc:title>
  <dc:creator>Steffano Pereira</dc:creator>
  <cp:lastModifiedBy>Steffano Pereira</cp:lastModifiedBy>
  <cp:revision>43</cp:revision>
  <dcterms:created xsi:type="dcterms:W3CDTF">2020-09-18T18:25:11Z</dcterms:created>
  <dcterms:modified xsi:type="dcterms:W3CDTF">2020-09-19T18:33:27Z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